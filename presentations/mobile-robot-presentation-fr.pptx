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679" r:id="rId1"/>
  </p:sldMasterIdLst>
  <p:notesMasterIdLst>
    <p:notesMasterId r:id="rId16"/>
  </p:notesMasterIdLst>
  <p:sldIdLst>
    <p:sldId id="256" r:id="rId2"/>
    <p:sldId id="271" r:id="rId3"/>
    <p:sldId id="257" r:id="rId4"/>
    <p:sldId id="258" r:id="rId5"/>
    <p:sldId id="259" r:id="rId6"/>
    <p:sldId id="260" r:id="rId7"/>
    <p:sldId id="261" r:id="rId8"/>
    <p:sldId id="262" r:id="rId9"/>
    <p:sldId id="263" r:id="rId10"/>
    <p:sldId id="265" r:id="rId11"/>
    <p:sldId id="270" r:id="rId12"/>
    <p:sldId id="273" r:id="rId13"/>
    <p:sldId id="272"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eu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44335D-D774-4A49-ADD0-5847D345B5FF}">
  <a:tblStyle styleId="{2B44335D-D774-4A49-ADD0-5847D345B5F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p:cViewPr varScale="1">
        <p:scale>
          <a:sx n="113" d="100"/>
          <a:sy n="113" d="100"/>
        </p:scale>
        <p:origin x="619"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3daf14e5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3daf14e57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3daf14e57f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3daf14e57f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13db5bf7c37_1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13db5bf7c37_1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13db5bf7c37_1_175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13db5bf7c37_1_17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13daf14e57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13daf14e57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13db5bf7c37_1_177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13db5bf7c37_1_177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13db5bf7c3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13db5bf7c3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13db5bf7c37_1_176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 name="Google Shape;1124;g13db5bf7c37_1_17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3"/>
        <p:cNvGrpSpPr/>
        <p:nvPr/>
      </p:nvGrpSpPr>
      <p:grpSpPr>
        <a:xfrm>
          <a:off x="0" y="0"/>
          <a:ext cx="0" cy="0"/>
          <a:chOff x="0" y="0"/>
          <a:chExt cx="0" cy="0"/>
        </a:xfrm>
      </p:grpSpPr>
      <p:sp>
        <p:nvSpPr>
          <p:cNvPr id="1304" name="Google Shape;1304;g13db5bf7c37_1_177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5" name="Google Shape;1305;g13db5bf7c37_1_177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100" y="1016250"/>
            <a:ext cx="4263000" cy="2437800"/>
          </a:xfrm>
          <a:prstGeom prst="rect">
            <a:avLst/>
          </a:prstGeom>
        </p:spPr>
        <p:txBody>
          <a:bodyPr spcFirstLastPara="1" wrap="square" lIns="91425" tIns="91425" rIns="91425" bIns="91425" anchor="ctr" anchorCtr="0">
            <a:noAutofit/>
          </a:bodyPr>
          <a:lstStyle>
            <a:lvl1pPr lvl="0">
              <a:lnSpc>
                <a:spcPct val="85000"/>
              </a:lnSpc>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982800" y="3797875"/>
            <a:ext cx="3521700" cy="25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800"/>
              <a:buNone/>
              <a:defRPr sz="1600">
                <a:latin typeface="Assistant"/>
                <a:ea typeface="Assistant"/>
                <a:cs typeface="Assistant"/>
                <a:sym typeface="Assistant"/>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1" name="Google Shape;11;p2"/>
          <p:cNvSpPr/>
          <p:nvPr/>
        </p:nvSpPr>
        <p:spPr>
          <a:xfrm>
            <a:off x="7606450" y="-816750"/>
            <a:ext cx="2577600" cy="2577600"/>
          </a:xfrm>
          <a:prstGeom prst="donut">
            <a:avLst>
              <a:gd name="adj" fmla="val 772"/>
            </a:avLst>
          </a:pr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41300" y="325200"/>
            <a:ext cx="1306800" cy="1306800"/>
          </a:xfrm>
          <a:prstGeom prst="donut">
            <a:avLst>
              <a:gd name="adj" fmla="val 1206"/>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717925" y="4403425"/>
            <a:ext cx="1708200" cy="1708200"/>
          </a:xfrm>
          <a:prstGeom prst="donut">
            <a:avLst>
              <a:gd name="adj" fmla="val 1115"/>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291725" y="2181200"/>
            <a:ext cx="3993600" cy="1532100"/>
          </a:xfrm>
          <a:prstGeom prst="rect">
            <a:avLst/>
          </a:prstGeom>
        </p:spPr>
        <p:txBody>
          <a:bodyPr spcFirstLastPara="1" wrap="square" lIns="91425" tIns="91425" rIns="91425" bIns="91425" anchor="ctr"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16" name="Google Shape;16;p3"/>
          <p:cNvSpPr txBox="1">
            <a:spLocks noGrp="1"/>
          </p:cNvSpPr>
          <p:nvPr>
            <p:ph type="title" idx="2" hasCustomPrompt="1"/>
          </p:nvPr>
        </p:nvSpPr>
        <p:spPr>
          <a:xfrm>
            <a:off x="5517675" y="972501"/>
            <a:ext cx="1541700" cy="82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000"/>
              <a:buNone/>
              <a:defRPr sz="5500">
                <a:solidFill>
                  <a:schemeClr val="dk1"/>
                </a:solidFill>
              </a:defRPr>
            </a:lvl1pPr>
            <a:lvl2pPr lvl="1" algn="ctr" rtl="0">
              <a:spcBef>
                <a:spcPts val="0"/>
              </a:spcBef>
              <a:spcAft>
                <a:spcPts val="0"/>
              </a:spcAft>
              <a:buSzPts val="7000"/>
              <a:buNone/>
              <a:defRPr sz="7000"/>
            </a:lvl2pPr>
            <a:lvl3pPr lvl="2" algn="ctr" rtl="0">
              <a:spcBef>
                <a:spcPts val="0"/>
              </a:spcBef>
              <a:spcAft>
                <a:spcPts val="0"/>
              </a:spcAft>
              <a:buSzPts val="7000"/>
              <a:buNone/>
              <a:defRPr sz="7000"/>
            </a:lvl3pPr>
            <a:lvl4pPr lvl="3" algn="ctr" rtl="0">
              <a:spcBef>
                <a:spcPts val="0"/>
              </a:spcBef>
              <a:spcAft>
                <a:spcPts val="0"/>
              </a:spcAft>
              <a:buSzPts val="7000"/>
              <a:buNone/>
              <a:defRPr sz="7000"/>
            </a:lvl4pPr>
            <a:lvl5pPr lvl="4" algn="ctr" rtl="0">
              <a:spcBef>
                <a:spcPts val="0"/>
              </a:spcBef>
              <a:spcAft>
                <a:spcPts val="0"/>
              </a:spcAft>
              <a:buSzPts val="7000"/>
              <a:buNone/>
              <a:defRPr sz="7000"/>
            </a:lvl5pPr>
            <a:lvl6pPr lvl="5" algn="ctr" rtl="0">
              <a:spcBef>
                <a:spcPts val="0"/>
              </a:spcBef>
              <a:spcAft>
                <a:spcPts val="0"/>
              </a:spcAft>
              <a:buSzPts val="7000"/>
              <a:buNone/>
              <a:defRPr sz="7000"/>
            </a:lvl6pPr>
            <a:lvl7pPr lvl="6" algn="ctr" rtl="0">
              <a:spcBef>
                <a:spcPts val="0"/>
              </a:spcBef>
              <a:spcAft>
                <a:spcPts val="0"/>
              </a:spcAft>
              <a:buSzPts val="7000"/>
              <a:buNone/>
              <a:defRPr sz="7000"/>
            </a:lvl7pPr>
            <a:lvl8pPr lvl="7" algn="ctr" rtl="0">
              <a:spcBef>
                <a:spcPts val="0"/>
              </a:spcBef>
              <a:spcAft>
                <a:spcPts val="0"/>
              </a:spcAft>
              <a:buSzPts val="7000"/>
              <a:buNone/>
              <a:defRPr sz="7000"/>
            </a:lvl8pPr>
            <a:lvl9pPr lvl="8" algn="ctr" rtl="0">
              <a:spcBef>
                <a:spcPts val="0"/>
              </a:spcBef>
              <a:spcAft>
                <a:spcPts val="0"/>
              </a:spcAft>
              <a:buSzPts val="7000"/>
              <a:buNone/>
              <a:defRPr sz="7000"/>
            </a:lvl9pPr>
          </a:lstStyle>
          <a:p>
            <a:r>
              <a:t>xx%</a:t>
            </a:r>
          </a:p>
        </p:txBody>
      </p:sp>
      <p:sp>
        <p:nvSpPr>
          <p:cNvPr id="17" name="Google Shape;17;p3"/>
          <p:cNvSpPr txBox="1">
            <a:spLocks noGrp="1"/>
          </p:cNvSpPr>
          <p:nvPr>
            <p:ph type="subTitle" idx="1"/>
          </p:nvPr>
        </p:nvSpPr>
        <p:spPr>
          <a:xfrm>
            <a:off x="4291725" y="4063975"/>
            <a:ext cx="3993600" cy="40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8" name="Google Shape;18;p3"/>
          <p:cNvSpPr/>
          <p:nvPr/>
        </p:nvSpPr>
        <p:spPr>
          <a:xfrm>
            <a:off x="2857275" y="4459525"/>
            <a:ext cx="1341600" cy="1341600"/>
          </a:xfrm>
          <a:prstGeom prst="donut">
            <a:avLst>
              <a:gd name="adj" fmla="val 1115"/>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7992100" y="-466550"/>
            <a:ext cx="1676100" cy="1676100"/>
          </a:xfrm>
          <a:prstGeom prst="donut">
            <a:avLst>
              <a:gd name="adj" fmla="val 1206"/>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713100" y="445025"/>
            <a:ext cx="7717800" cy="572700"/>
          </a:xfrm>
          <a:prstGeom prst="rect">
            <a:avLst/>
          </a:prstGeom>
        </p:spPr>
        <p:txBody>
          <a:bodyPr spcFirstLastPara="1" wrap="square" lIns="91425" tIns="91425" rIns="91425" bIns="91425" anchor="t" anchorCtr="0">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a:endParaRPr/>
          </a:p>
        </p:txBody>
      </p:sp>
      <p:sp>
        <p:nvSpPr>
          <p:cNvPr id="22" name="Google Shape;22;p4"/>
          <p:cNvSpPr txBox="1">
            <a:spLocks noGrp="1"/>
          </p:cNvSpPr>
          <p:nvPr>
            <p:ph type="body" idx="1"/>
          </p:nvPr>
        </p:nvSpPr>
        <p:spPr>
          <a:xfrm>
            <a:off x="713100" y="1127649"/>
            <a:ext cx="7717800" cy="459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2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3" name="Google Shape;23;p4"/>
          <p:cNvSpPr/>
          <p:nvPr/>
        </p:nvSpPr>
        <p:spPr>
          <a:xfrm>
            <a:off x="-738200" y="3191650"/>
            <a:ext cx="1306800" cy="1306800"/>
          </a:xfrm>
          <a:prstGeom prst="donut">
            <a:avLst>
              <a:gd name="adj" fmla="val 1206"/>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a:off x="8088925" y="-913625"/>
            <a:ext cx="1893300" cy="1893300"/>
          </a:xfrm>
          <a:prstGeom prst="donut">
            <a:avLst>
              <a:gd name="adj" fmla="val 772"/>
            </a:avLst>
          </a:pr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sp>
        <p:nvSpPr>
          <p:cNvPr id="40" name="Google Shape;40;p7"/>
          <p:cNvSpPr txBox="1">
            <a:spLocks noGrp="1"/>
          </p:cNvSpPr>
          <p:nvPr>
            <p:ph type="subTitle" idx="1"/>
          </p:nvPr>
        </p:nvSpPr>
        <p:spPr>
          <a:xfrm>
            <a:off x="713100" y="1996335"/>
            <a:ext cx="3994500" cy="192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6"/>
              </a:buClr>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41" name="Google Shape;41;p7"/>
          <p:cNvSpPr txBox="1">
            <a:spLocks noGrp="1"/>
          </p:cNvSpPr>
          <p:nvPr>
            <p:ph type="title"/>
          </p:nvPr>
        </p:nvSpPr>
        <p:spPr>
          <a:xfrm>
            <a:off x="713100" y="1222665"/>
            <a:ext cx="3994500" cy="698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2" name="Google Shape;42;p7"/>
          <p:cNvSpPr/>
          <p:nvPr/>
        </p:nvSpPr>
        <p:spPr>
          <a:xfrm>
            <a:off x="-722050" y="-664150"/>
            <a:ext cx="1708200" cy="1708200"/>
          </a:xfrm>
          <a:prstGeom prst="donut">
            <a:avLst>
              <a:gd name="adj" fmla="val 1206"/>
            </a:avLst>
          </a:prstGeom>
          <a:gradFill>
            <a:gsLst>
              <a:gs pos="0">
                <a:schemeClr val="accent2"/>
              </a:gs>
              <a:gs pos="100000">
                <a:schemeClr val="accent6"/>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7"/>
          <p:cNvSpPr/>
          <p:nvPr/>
        </p:nvSpPr>
        <p:spPr>
          <a:xfrm>
            <a:off x="3317550" y="4162275"/>
            <a:ext cx="1924500" cy="1924500"/>
          </a:xfrm>
          <a:prstGeom prst="donut">
            <a:avLst>
              <a:gd name="adj" fmla="val 1115"/>
            </a:avLst>
          </a:pr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txBox="1">
            <a:spLocks noGrp="1"/>
          </p:cNvSpPr>
          <p:nvPr>
            <p:ph type="subTitle" idx="1"/>
          </p:nvPr>
        </p:nvSpPr>
        <p:spPr>
          <a:xfrm>
            <a:off x="4743300" y="2188038"/>
            <a:ext cx="3687600" cy="1461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
        <p:nvSpPr>
          <p:cNvPr id="50" name="Google Shape;50;p9"/>
          <p:cNvSpPr txBox="1">
            <a:spLocks noGrp="1"/>
          </p:cNvSpPr>
          <p:nvPr>
            <p:ph type="title"/>
          </p:nvPr>
        </p:nvSpPr>
        <p:spPr>
          <a:xfrm>
            <a:off x="4743300" y="1493863"/>
            <a:ext cx="3687600" cy="6942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sz="36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51" name="Google Shape;51;p9"/>
          <p:cNvSpPr/>
          <p:nvPr/>
        </p:nvSpPr>
        <p:spPr>
          <a:xfrm>
            <a:off x="7208775" y="3839550"/>
            <a:ext cx="2577600" cy="2577600"/>
          </a:xfrm>
          <a:prstGeom prst="donut">
            <a:avLst>
              <a:gd name="adj" fmla="val 772"/>
            </a:avLst>
          </a:pr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9"/>
          <p:cNvSpPr/>
          <p:nvPr/>
        </p:nvSpPr>
        <p:spPr>
          <a:xfrm>
            <a:off x="3636625" y="-905100"/>
            <a:ext cx="1708200" cy="1708200"/>
          </a:xfrm>
          <a:prstGeom prst="donut">
            <a:avLst>
              <a:gd name="adj" fmla="val 1115"/>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9"/>
          <p:cNvSpPr/>
          <p:nvPr/>
        </p:nvSpPr>
        <p:spPr>
          <a:xfrm>
            <a:off x="-770475" y="1753700"/>
            <a:ext cx="1306800" cy="1306800"/>
          </a:xfrm>
          <a:prstGeom prst="donut">
            <a:avLst>
              <a:gd name="adj" fmla="val 1206"/>
            </a:avLst>
          </a:prstGeom>
          <a:gradFill>
            <a:gsLst>
              <a:gs pos="0">
                <a:schemeClr val="accent2"/>
              </a:gs>
              <a:gs pos="100000">
                <a:schemeClr val="accent6"/>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713100" y="445025"/>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9" name="Google Shape;69;p13"/>
          <p:cNvSpPr txBox="1">
            <a:spLocks noGrp="1"/>
          </p:cNvSpPr>
          <p:nvPr>
            <p:ph type="subTitle" idx="1"/>
          </p:nvPr>
        </p:nvSpPr>
        <p:spPr>
          <a:xfrm>
            <a:off x="705938" y="2946200"/>
            <a:ext cx="1861800" cy="741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None/>
              <a:defRPr sz="2000">
                <a:latin typeface="Manrope"/>
                <a:ea typeface="Manrope"/>
                <a:cs typeface="Manrope"/>
                <a:sym typeface="Manrope"/>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70" name="Google Shape;70;p13"/>
          <p:cNvSpPr txBox="1">
            <a:spLocks noGrp="1"/>
          </p:cNvSpPr>
          <p:nvPr>
            <p:ph type="subTitle" idx="2"/>
          </p:nvPr>
        </p:nvSpPr>
        <p:spPr>
          <a:xfrm>
            <a:off x="793838" y="3687224"/>
            <a:ext cx="1686000" cy="77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 name="Google Shape;71;p13"/>
          <p:cNvSpPr txBox="1">
            <a:spLocks noGrp="1"/>
          </p:cNvSpPr>
          <p:nvPr>
            <p:ph type="subTitle" idx="3"/>
          </p:nvPr>
        </p:nvSpPr>
        <p:spPr>
          <a:xfrm>
            <a:off x="2662713" y="2946200"/>
            <a:ext cx="1861800" cy="741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None/>
              <a:defRPr sz="2000">
                <a:latin typeface="Manrope"/>
                <a:ea typeface="Manrope"/>
                <a:cs typeface="Manrope"/>
                <a:sym typeface="Manrope"/>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72" name="Google Shape;72;p13"/>
          <p:cNvSpPr txBox="1">
            <a:spLocks noGrp="1"/>
          </p:cNvSpPr>
          <p:nvPr>
            <p:ph type="subTitle" idx="4"/>
          </p:nvPr>
        </p:nvSpPr>
        <p:spPr>
          <a:xfrm>
            <a:off x="2750613" y="3687224"/>
            <a:ext cx="1686000" cy="77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 name="Google Shape;73;p13"/>
          <p:cNvSpPr txBox="1">
            <a:spLocks noGrp="1"/>
          </p:cNvSpPr>
          <p:nvPr>
            <p:ph type="subTitle" idx="5"/>
          </p:nvPr>
        </p:nvSpPr>
        <p:spPr>
          <a:xfrm>
            <a:off x="4619488" y="2946200"/>
            <a:ext cx="1861800" cy="741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None/>
              <a:defRPr sz="2000">
                <a:latin typeface="Manrope"/>
                <a:ea typeface="Manrope"/>
                <a:cs typeface="Manrope"/>
                <a:sym typeface="Manrope"/>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74" name="Google Shape;74;p13"/>
          <p:cNvSpPr txBox="1">
            <a:spLocks noGrp="1"/>
          </p:cNvSpPr>
          <p:nvPr>
            <p:ph type="subTitle" idx="6"/>
          </p:nvPr>
        </p:nvSpPr>
        <p:spPr>
          <a:xfrm>
            <a:off x="4707388" y="3687224"/>
            <a:ext cx="1686000" cy="77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3"/>
          <p:cNvSpPr txBox="1">
            <a:spLocks noGrp="1"/>
          </p:cNvSpPr>
          <p:nvPr>
            <p:ph type="subTitle" idx="7"/>
          </p:nvPr>
        </p:nvSpPr>
        <p:spPr>
          <a:xfrm>
            <a:off x="6576262" y="2946200"/>
            <a:ext cx="1861800" cy="741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None/>
              <a:defRPr sz="2000">
                <a:latin typeface="Manrope"/>
                <a:ea typeface="Manrope"/>
                <a:cs typeface="Manrope"/>
                <a:sym typeface="Manrope"/>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76" name="Google Shape;76;p13"/>
          <p:cNvSpPr txBox="1">
            <a:spLocks noGrp="1"/>
          </p:cNvSpPr>
          <p:nvPr>
            <p:ph type="subTitle" idx="8"/>
          </p:nvPr>
        </p:nvSpPr>
        <p:spPr>
          <a:xfrm>
            <a:off x="6664162" y="3687224"/>
            <a:ext cx="1686000" cy="77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 name="Google Shape;77;p13"/>
          <p:cNvSpPr txBox="1">
            <a:spLocks noGrp="1"/>
          </p:cNvSpPr>
          <p:nvPr>
            <p:ph type="title" idx="9" hasCustomPrompt="1"/>
          </p:nvPr>
        </p:nvSpPr>
        <p:spPr>
          <a:xfrm>
            <a:off x="1056038" y="2108552"/>
            <a:ext cx="1161600" cy="47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78" name="Google Shape;78;p13"/>
          <p:cNvSpPr txBox="1">
            <a:spLocks noGrp="1"/>
          </p:cNvSpPr>
          <p:nvPr>
            <p:ph type="title" idx="13" hasCustomPrompt="1"/>
          </p:nvPr>
        </p:nvSpPr>
        <p:spPr>
          <a:xfrm>
            <a:off x="3012813" y="2108552"/>
            <a:ext cx="1161600" cy="47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79" name="Google Shape;79;p13"/>
          <p:cNvSpPr txBox="1">
            <a:spLocks noGrp="1"/>
          </p:cNvSpPr>
          <p:nvPr>
            <p:ph type="title" idx="14" hasCustomPrompt="1"/>
          </p:nvPr>
        </p:nvSpPr>
        <p:spPr>
          <a:xfrm>
            <a:off x="4969588" y="2108552"/>
            <a:ext cx="1161600" cy="47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80" name="Google Shape;80;p13"/>
          <p:cNvSpPr txBox="1">
            <a:spLocks noGrp="1"/>
          </p:cNvSpPr>
          <p:nvPr>
            <p:ph type="title" idx="15" hasCustomPrompt="1"/>
          </p:nvPr>
        </p:nvSpPr>
        <p:spPr>
          <a:xfrm>
            <a:off x="6926362" y="2108552"/>
            <a:ext cx="1161600" cy="47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81" name="Google Shape;81;p13"/>
          <p:cNvSpPr/>
          <p:nvPr/>
        </p:nvSpPr>
        <p:spPr>
          <a:xfrm>
            <a:off x="4897000" y="-861775"/>
            <a:ext cx="1306800" cy="1306800"/>
          </a:xfrm>
          <a:prstGeom prst="donut">
            <a:avLst>
              <a:gd name="adj" fmla="val 1206"/>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p:nvPr/>
        </p:nvSpPr>
        <p:spPr>
          <a:xfrm>
            <a:off x="-641300" y="4102975"/>
            <a:ext cx="1747500" cy="1747500"/>
          </a:xfrm>
          <a:prstGeom prst="donut">
            <a:avLst>
              <a:gd name="adj" fmla="val 772"/>
            </a:avLst>
          </a:pr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BLANK_9">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713100" y="445025"/>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02" name="Google Shape;102;p17"/>
          <p:cNvSpPr txBox="1">
            <a:spLocks noGrp="1"/>
          </p:cNvSpPr>
          <p:nvPr>
            <p:ph type="subTitle" idx="1"/>
          </p:nvPr>
        </p:nvSpPr>
        <p:spPr>
          <a:xfrm>
            <a:off x="918075" y="2870000"/>
            <a:ext cx="22071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lnSpc>
                <a:spcPct val="100000"/>
              </a:lnSpc>
              <a:spcBef>
                <a:spcPts val="0"/>
              </a:spcBef>
              <a:spcAft>
                <a:spcPts val="0"/>
              </a:spcAft>
              <a:buSzPts val="2000"/>
              <a:buFont typeface="Manrope"/>
              <a:buNone/>
              <a:defRPr sz="2000">
                <a:latin typeface="Manrope"/>
                <a:ea typeface="Manrope"/>
                <a:cs typeface="Manrope"/>
                <a:sym typeface="Manrope"/>
              </a:defRPr>
            </a:lvl2pPr>
            <a:lvl3pPr lvl="2" algn="ctr" rtl="0">
              <a:lnSpc>
                <a:spcPct val="100000"/>
              </a:lnSpc>
              <a:spcBef>
                <a:spcPts val="0"/>
              </a:spcBef>
              <a:spcAft>
                <a:spcPts val="0"/>
              </a:spcAft>
              <a:buSzPts val="2000"/>
              <a:buFont typeface="Manrope"/>
              <a:buNone/>
              <a:defRPr sz="2000">
                <a:latin typeface="Manrope"/>
                <a:ea typeface="Manrope"/>
                <a:cs typeface="Manrope"/>
                <a:sym typeface="Manrope"/>
              </a:defRPr>
            </a:lvl3pPr>
            <a:lvl4pPr lvl="3" algn="ctr" rtl="0">
              <a:lnSpc>
                <a:spcPct val="100000"/>
              </a:lnSpc>
              <a:spcBef>
                <a:spcPts val="0"/>
              </a:spcBef>
              <a:spcAft>
                <a:spcPts val="0"/>
              </a:spcAft>
              <a:buSzPts val="2000"/>
              <a:buFont typeface="Manrope"/>
              <a:buNone/>
              <a:defRPr sz="2000">
                <a:latin typeface="Manrope"/>
                <a:ea typeface="Manrope"/>
                <a:cs typeface="Manrope"/>
                <a:sym typeface="Manrope"/>
              </a:defRPr>
            </a:lvl4pPr>
            <a:lvl5pPr lvl="4" algn="ctr" rtl="0">
              <a:lnSpc>
                <a:spcPct val="100000"/>
              </a:lnSpc>
              <a:spcBef>
                <a:spcPts val="0"/>
              </a:spcBef>
              <a:spcAft>
                <a:spcPts val="0"/>
              </a:spcAft>
              <a:buSzPts val="2000"/>
              <a:buFont typeface="Manrope"/>
              <a:buNone/>
              <a:defRPr sz="2000">
                <a:latin typeface="Manrope"/>
                <a:ea typeface="Manrope"/>
                <a:cs typeface="Manrope"/>
                <a:sym typeface="Manrope"/>
              </a:defRPr>
            </a:lvl5pPr>
            <a:lvl6pPr lvl="5" algn="ctr" rtl="0">
              <a:lnSpc>
                <a:spcPct val="100000"/>
              </a:lnSpc>
              <a:spcBef>
                <a:spcPts val="0"/>
              </a:spcBef>
              <a:spcAft>
                <a:spcPts val="0"/>
              </a:spcAft>
              <a:buSzPts val="2000"/>
              <a:buFont typeface="Manrope"/>
              <a:buNone/>
              <a:defRPr sz="2000">
                <a:latin typeface="Manrope"/>
                <a:ea typeface="Manrope"/>
                <a:cs typeface="Manrope"/>
                <a:sym typeface="Manrope"/>
              </a:defRPr>
            </a:lvl6pPr>
            <a:lvl7pPr lvl="6" algn="ctr" rtl="0">
              <a:lnSpc>
                <a:spcPct val="100000"/>
              </a:lnSpc>
              <a:spcBef>
                <a:spcPts val="0"/>
              </a:spcBef>
              <a:spcAft>
                <a:spcPts val="0"/>
              </a:spcAft>
              <a:buSzPts val="2000"/>
              <a:buFont typeface="Manrope"/>
              <a:buNone/>
              <a:defRPr sz="2000">
                <a:latin typeface="Manrope"/>
                <a:ea typeface="Manrope"/>
                <a:cs typeface="Manrope"/>
                <a:sym typeface="Manrope"/>
              </a:defRPr>
            </a:lvl7pPr>
            <a:lvl8pPr lvl="7" algn="ctr" rtl="0">
              <a:lnSpc>
                <a:spcPct val="100000"/>
              </a:lnSpc>
              <a:spcBef>
                <a:spcPts val="0"/>
              </a:spcBef>
              <a:spcAft>
                <a:spcPts val="0"/>
              </a:spcAft>
              <a:buSzPts val="2000"/>
              <a:buFont typeface="Manrope"/>
              <a:buNone/>
              <a:defRPr sz="2000">
                <a:latin typeface="Manrope"/>
                <a:ea typeface="Manrope"/>
                <a:cs typeface="Manrope"/>
                <a:sym typeface="Manrope"/>
              </a:defRPr>
            </a:lvl8pPr>
            <a:lvl9pPr lvl="8" algn="ctr" rtl="0">
              <a:lnSpc>
                <a:spcPct val="100000"/>
              </a:lnSpc>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03" name="Google Shape;103;p17"/>
          <p:cNvSpPr txBox="1">
            <a:spLocks noGrp="1"/>
          </p:cNvSpPr>
          <p:nvPr>
            <p:ph type="subTitle" idx="2"/>
          </p:nvPr>
        </p:nvSpPr>
        <p:spPr>
          <a:xfrm>
            <a:off x="918075" y="3354800"/>
            <a:ext cx="2207100" cy="101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 name="Google Shape;104;p17"/>
          <p:cNvSpPr txBox="1">
            <a:spLocks noGrp="1"/>
          </p:cNvSpPr>
          <p:nvPr>
            <p:ph type="subTitle" idx="3"/>
          </p:nvPr>
        </p:nvSpPr>
        <p:spPr>
          <a:xfrm>
            <a:off x="3468450" y="2489000"/>
            <a:ext cx="22071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lnSpc>
                <a:spcPct val="100000"/>
              </a:lnSpc>
              <a:spcBef>
                <a:spcPts val="0"/>
              </a:spcBef>
              <a:spcAft>
                <a:spcPts val="0"/>
              </a:spcAft>
              <a:buSzPts val="2000"/>
              <a:buFont typeface="Manrope"/>
              <a:buNone/>
              <a:defRPr sz="2000">
                <a:latin typeface="Manrope"/>
                <a:ea typeface="Manrope"/>
                <a:cs typeface="Manrope"/>
                <a:sym typeface="Manrope"/>
              </a:defRPr>
            </a:lvl2pPr>
            <a:lvl3pPr lvl="2" algn="ctr" rtl="0">
              <a:lnSpc>
                <a:spcPct val="100000"/>
              </a:lnSpc>
              <a:spcBef>
                <a:spcPts val="0"/>
              </a:spcBef>
              <a:spcAft>
                <a:spcPts val="0"/>
              </a:spcAft>
              <a:buSzPts val="2000"/>
              <a:buFont typeface="Manrope"/>
              <a:buNone/>
              <a:defRPr sz="2000">
                <a:latin typeface="Manrope"/>
                <a:ea typeface="Manrope"/>
                <a:cs typeface="Manrope"/>
                <a:sym typeface="Manrope"/>
              </a:defRPr>
            </a:lvl3pPr>
            <a:lvl4pPr lvl="3" algn="ctr" rtl="0">
              <a:lnSpc>
                <a:spcPct val="100000"/>
              </a:lnSpc>
              <a:spcBef>
                <a:spcPts val="0"/>
              </a:spcBef>
              <a:spcAft>
                <a:spcPts val="0"/>
              </a:spcAft>
              <a:buSzPts val="2000"/>
              <a:buFont typeface="Manrope"/>
              <a:buNone/>
              <a:defRPr sz="2000">
                <a:latin typeface="Manrope"/>
                <a:ea typeface="Manrope"/>
                <a:cs typeface="Manrope"/>
                <a:sym typeface="Manrope"/>
              </a:defRPr>
            </a:lvl4pPr>
            <a:lvl5pPr lvl="4" algn="ctr" rtl="0">
              <a:lnSpc>
                <a:spcPct val="100000"/>
              </a:lnSpc>
              <a:spcBef>
                <a:spcPts val="0"/>
              </a:spcBef>
              <a:spcAft>
                <a:spcPts val="0"/>
              </a:spcAft>
              <a:buSzPts val="2000"/>
              <a:buFont typeface="Manrope"/>
              <a:buNone/>
              <a:defRPr sz="2000">
                <a:latin typeface="Manrope"/>
                <a:ea typeface="Manrope"/>
                <a:cs typeface="Manrope"/>
                <a:sym typeface="Manrope"/>
              </a:defRPr>
            </a:lvl5pPr>
            <a:lvl6pPr lvl="5" algn="ctr" rtl="0">
              <a:lnSpc>
                <a:spcPct val="100000"/>
              </a:lnSpc>
              <a:spcBef>
                <a:spcPts val="0"/>
              </a:spcBef>
              <a:spcAft>
                <a:spcPts val="0"/>
              </a:spcAft>
              <a:buSzPts val="2000"/>
              <a:buFont typeface="Manrope"/>
              <a:buNone/>
              <a:defRPr sz="2000">
                <a:latin typeface="Manrope"/>
                <a:ea typeface="Manrope"/>
                <a:cs typeface="Manrope"/>
                <a:sym typeface="Manrope"/>
              </a:defRPr>
            </a:lvl6pPr>
            <a:lvl7pPr lvl="6" algn="ctr" rtl="0">
              <a:lnSpc>
                <a:spcPct val="100000"/>
              </a:lnSpc>
              <a:spcBef>
                <a:spcPts val="0"/>
              </a:spcBef>
              <a:spcAft>
                <a:spcPts val="0"/>
              </a:spcAft>
              <a:buSzPts val="2000"/>
              <a:buFont typeface="Manrope"/>
              <a:buNone/>
              <a:defRPr sz="2000">
                <a:latin typeface="Manrope"/>
                <a:ea typeface="Manrope"/>
                <a:cs typeface="Manrope"/>
                <a:sym typeface="Manrope"/>
              </a:defRPr>
            </a:lvl7pPr>
            <a:lvl8pPr lvl="7" algn="ctr" rtl="0">
              <a:lnSpc>
                <a:spcPct val="100000"/>
              </a:lnSpc>
              <a:spcBef>
                <a:spcPts val="0"/>
              </a:spcBef>
              <a:spcAft>
                <a:spcPts val="0"/>
              </a:spcAft>
              <a:buSzPts val="2000"/>
              <a:buFont typeface="Manrope"/>
              <a:buNone/>
              <a:defRPr sz="2000">
                <a:latin typeface="Manrope"/>
                <a:ea typeface="Manrope"/>
                <a:cs typeface="Manrope"/>
                <a:sym typeface="Manrope"/>
              </a:defRPr>
            </a:lvl8pPr>
            <a:lvl9pPr lvl="8" algn="ctr" rtl="0">
              <a:lnSpc>
                <a:spcPct val="100000"/>
              </a:lnSpc>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05" name="Google Shape;105;p17"/>
          <p:cNvSpPr txBox="1">
            <a:spLocks noGrp="1"/>
          </p:cNvSpPr>
          <p:nvPr>
            <p:ph type="subTitle" idx="4"/>
          </p:nvPr>
        </p:nvSpPr>
        <p:spPr>
          <a:xfrm>
            <a:off x="3468450" y="2973800"/>
            <a:ext cx="2207100" cy="101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 name="Google Shape;106;p17"/>
          <p:cNvSpPr txBox="1">
            <a:spLocks noGrp="1"/>
          </p:cNvSpPr>
          <p:nvPr>
            <p:ph type="subTitle" idx="5"/>
          </p:nvPr>
        </p:nvSpPr>
        <p:spPr>
          <a:xfrm>
            <a:off x="6018825" y="2870000"/>
            <a:ext cx="22071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lnSpc>
                <a:spcPct val="100000"/>
              </a:lnSpc>
              <a:spcBef>
                <a:spcPts val="0"/>
              </a:spcBef>
              <a:spcAft>
                <a:spcPts val="0"/>
              </a:spcAft>
              <a:buSzPts val="2000"/>
              <a:buFont typeface="Manrope"/>
              <a:buNone/>
              <a:defRPr sz="2000">
                <a:latin typeface="Manrope"/>
                <a:ea typeface="Manrope"/>
                <a:cs typeface="Manrope"/>
                <a:sym typeface="Manrope"/>
              </a:defRPr>
            </a:lvl2pPr>
            <a:lvl3pPr lvl="2" algn="ctr" rtl="0">
              <a:lnSpc>
                <a:spcPct val="100000"/>
              </a:lnSpc>
              <a:spcBef>
                <a:spcPts val="0"/>
              </a:spcBef>
              <a:spcAft>
                <a:spcPts val="0"/>
              </a:spcAft>
              <a:buSzPts val="2000"/>
              <a:buFont typeface="Manrope"/>
              <a:buNone/>
              <a:defRPr sz="2000">
                <a:latin typeface="Manrope"/>
                <a:ea typeface="Manrope"/>
                <a:cs typeface="Manrope"/>
                <a:sym typeface="Manrope"/>
              </a:defRPr>
            </a:lvl3pPr>
            <a:lvl4pPr lvl="3" algn="ctr" rtl="0">
              <a:lnSpc>
                <a:spcPct val="100000"/>
              </a:lnSpc>
              <a:spcBef>
                <a:spcPts val="0"/>
              </a:spcBef>
              <a:spcAft>
                <a:spcPts val="0"/>
              </a:spcAft>
              <a:buSzPts val="2000"/>
              <a:buFont typeface="Manrope"/>
              <a:buNone/>
              <a:defRPr sz="2000">
                <a:latin typeface="Manrope"/>
                <a:ea typeface="Manrope"/>
                <a:cs typeface="Manrope"/>
                <a:sym typeface="Manrope"/>
              </a:defRPr>
            </a:lvl4pPr>
            <a:lvl5pPr lvl="4" algn="ctr" rtl="0">
              <a:lnSpc>
                <a:spcPct val="100000"/>
              </a:lnSpc>
              <a:spcBef>
                <a:spcPts val="0"/>
              </a:spcBef>
              <a:spcAft>
                <a:spcPts val="0"/>
              </a:spcAft>
              <a:buSzPts val="2000"/>
              <a:buFont typeface="Manrope"/>
              <a:buNone/>
              <a:defRPr sz="2000">
                <a:latin typeface="Manrope"/>
                <a:ea typeface="Manrope"/>
                <a:cs typeface="Manrope"/>
                <a:sym typeface="Manrope"/>
              </a:defRPr>
            </a:lvl5pPr>
            <a:lvl6pPr lvl="5" algn="ctr" rtl="0">
              <a:lnSpc>
                <a:spcPct val="100000"/>
              </a:lnSpc>
              <a:spcBef>
                <a:spcPts val="0"/>
              </a:spcBef>
              <a:spcAft>
                <a:spcPts val="0"/>
              </a:spcAft>
              <a:buSzPts val="2000"/>
              <a:buFont typeface="Manrope"/>
              <a:buNone/>
              <a:defRPr sz="2000">
                <a:latin typeface="Manrope"/>
                <a:ea typeface="Manrope"/>
                <a:cs typeface="Manrope"/>
                <a:sym typeface="Manrope"/>
              </a:defRPr>
            </a:lvl6pPr>
            <a:lvl7pPr lvl="6" algn="ctr" rtl="0">
              <a:lnSpc>
                <a:spcPct val="100000"/>
              </a:lnSpc>
              <a:spcBef>
                <a:spcPts val="0"/>
              </a:spcBef>
              <a:spcAft>
                <a:spcPts val="0"/>
              </a:spcAft>
              <a:buSzPts val="2000"/>
              <a:buFont typeface="Manrope"/>
              <a:buNone/>
              <a:defRPr sz="2000">
                <a:latin typeface="Manrope"/>
                <a:ea typeface="Manrope"/>
                <a:cs typeface="Manrope"/>
                <a:sym typeface="Manrope"/>
              </a:defRPr>
            </a:lvl7pPr>
            <a:lvl8pPr lvl="7" algn="ctr" rtl="0">
              <a:lnSpc>
                <a:spcPct val="100000"/>
              </a:lnSpc>
              <a:spcBef>
                <a:spcPts val="0"/>
              </a:spcBef>
              <a:spcAft>
                <a:spcPts val="0"/>
              </a:spcAft>
              <a:buSzPts val="2000"/>
              <a:buFont typeface="Manrope"/>
              <a:buNone/>
              <a:defRPr sz="2000">
                <a:latin typeface="Manrope"/>
                <a:ea typeface="Manrope"/>
                <a:cs typeface="Manrope"/>
                <a:sym typeface="Manrope"/>
              </a:defRPr>
            </a:lvl8pPr>
            <a:lvl9pPr lvl="8" algn="ctr" rtl="0">
              <a:lnSpc>
                <a:spcPct val="100000"/>
              </a:lnSpc>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07" name="Google Shape;107;p17"/>
          <p:cNvSpPr txBox="1">
            <a:spLocks noGrp="1"/>
          </p:cNvSpPr>
          <p:nvPr>
            <p:ph type="subTitle" idx="6"/>
          </p:nvPr>
        </p:nvSpPr>
        <p:spPr>
          <a:xfrm>
            <a:off x="6018825" y="3354800"/>
            <a:ext cx="2207100" cy="101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8" name="Google Shape;108;p17"/>
          <p:cNvSpPr/>
          <p:nvPr/>
        </p:nvSpPr>
        <p:spPr>
          <a:xfrm>
            <a:off x="8569200" y="2855750"/>
            <a:ext cx="1306800" cy="1306800"/>
          </a:xfrm>
          <a:prstGeom prst="donut">
            <a:avLst>
              <a:gd name="adj" fmla="val 1206"/>
            </a:avLst>
          </a:prstGeom>
          <a:gradFill>
            <a:gsLst>
              <a:gs pos="0">
                <a:schemeClr val="accent2"/>
              </a:gs>
              <a:gs pos="100000">
                <a:schemeClr val="accent6"/>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7"/>
          <p:cNvSpPr/>
          <p:nvPr/>
        </p:nvSpPr>
        <p:spPr>
          <a:xfrm>
            <a:off x="5869725" y="-974850"/>
            <a:ext cx="1708200" cy="1708200"/>
          </a:xfrm>
          <a:prstGeom prst="donut">
            <a:avLst>
              <a:gd name="adj" fmla="val 1115"/>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7"/>
          <p:cNvSpPr/>
          <p:nvPr/>
        </p:nvSpPr>
        <p:spPr>
          <a:xfrm>
            <a:off x="-1008775" y="4076700"/>
            <a:ext cx="2142000" cy="2142000"/>
          </a:xfrm>
          <a:prstGeom prst="donut">
            <a:avLst>
              <a:gd name="adj" fmla="val 772"/>
            </a:avLst>
          </a:pr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2">
  <p:cSld name="BLANK_18">
    <p:bg>
      <p:bgPr>
        <a:gradFill>
          <a:gsLst>
            <a:gs pos="0">
              <a:schemeClr val="dk2"/>
            </a:gs>
            <a:gs pos="100000">
              <a:schemeClr val="dk1"/>
            </a:gs>
          </a:gsLst>
          <a:path path="circle">
            <a:fillToRect l="50000" t="50000" r="50000" b="50000"/>
          </a:path>
          <a:tileRect/>
        </a:gradFill>
        <a:effectLst/>
      </p:bgPr>
    </p:bg>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13100" y="445025"/>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23" name="Google Shape;123;p19"/>
          <p:cNvSpPr txBox="1">
            <a:spLocks noGrp="1"/>
          </p:cNvSpPr>
          <p:nvPr>
            <p:ph type="subTitle" idx="1"/>
          </p:nvPr>
        </p:nvSpPr>
        <p:spPr>
          <a:xfrm>
            <a:off x="843875" y="3205875"/>
            <a:ext cx="22071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lnSpc>
                <a:spcPct val="100000"/>
              </a:lnSpc>
              <a:spcBef>
                <a:spcPts val="0"/>
              </a:spcBef>
              <a:spcAft>
                <a:spcPts val="0"/>
              </a:spcAft>
              <a:buSzPts val="2000"/>
              <a:buFont typeface="Manrope"/>
              <a:buNone/>
              <a:defRPr sz="2000">
                <a:latin typeface="Manrope"/>
                <a:ea typeface="Manrope"/>
                <a:cs typeface="Manrope"/>
                <a:sym typeface="Manrope"/>
              </a:defRPr>
            </a:lvl2pPr>
            <a:lvl3pPr lvl="2" algn="ctr" rtl="0">
              <a:lnSpc>
                <a:spcPct val="100000"/>
              </a:lnSpc>
              <a:spcBef>
                <a:spcPts val="0"/>
              </a:spcBef>
              <a:spcAft>
                <a:spcPts val="0"/>
              </a:spcAft>
              <a:buSzPts val="2000"/>
              <a:buFont typeface="Manrope"/>
              <a:buNone/>
              <a:defRPr sz="2000">
                <a:latin typeface="Manrope"/>
                <a:ea typeface="Manrope"/>
                <a:cs typeface="Manrope"/>
                <a:sym typeface="Manrope"/>
              </a:defRPr>
            </a:lvl3pPr>
            <a:lvl4pPr lvl="3" algn="ctr" rtl="0">
              <a:lnSpc>
                <a:spcPct val="100000"/>
              </a:lnSpc>
              <a:spcBef>
                <a:spcPts val="0"/>
              </a:spcBef>
              <a:spcAft>
                <a:spcPts val="0"/>
              </a:spcAft>
              <a:buSzPts val="2000"/>
              <a:buFont typeface="Manrope"/>
              <a:buNone/>
              <a:defRPr sz="2000">
                <a:latin typeface="Manrope"/>
                <a:ea typeface="Manrope"/>
                <a:cs typeface="Manrope"/>
                <a:sym typeface="Manrope"/>
              </a:defRPr>
            </a:lvl4pPr>
            <a:lvl5pPr lvl="4" algn="ctr" rtl="0">
              <a:lnSpc>
                <a:spcPct val="100000"/>
              </a:lnSpc>
              <a:spcBef>
                <a:spcPts val="0"/>
              </a:spcBef>
              <a:spcAft>
                <a:spcPts val="0"/>
              </a:spcAft>
              <a:buSzPts val="2000"/>
              <a:buFont typeface="Manrope"/>
              <a:buNone/>
              <a:defRPr sz="2000">
                <a:latin typeface="Manrope"/>
                <a:ea typeface="Manrope"/>
                <a:cs typeface="Manrope"/>
                <a:sym typeface="Manrope"/>
              </a:defRPr>
            </a:lvl5pPr>
            <a:lvl6pPr lvl="5" algn="ctr" rtl="0">
              <a:lnSpc>
                <a:spcPct val="100000"/>
              </a:lnSpc>
              <a:spcBef>
                <a:spcPts val="0"/>
              </a:spcBef>
              <a:spcAft>
                <a:spcPts val="0"/>
              </a:spcAft>
              <a:buSzPts val="2000"/>
              <a:buFont typeface="Manrope"/>
              <a:buNone/>
              <a:defRPr sz="2000">
                <a:latin typeface="Manrope"/>
                <a:ea typeface="Manrope"/>
                <a:cs typeface="Manrope"/>
                <a:sym typeface="Manrope"/>
              </a:defRPr>
            </a:lvl6pPr>
            <a:lvl7pPr lvl="6" algn="ctr" rtl="0">
              <a:lnSpc>
                <a:spcPct val="100000"/>
              </a:lnSpc>
              <a:spcBef>
                <a:spcPts val="0"/>
              </a:spcBef>
              <a:spcAft>
                <a:spcPts val="0"/>
              </a:spcAft>
              <a:buSzPts val="2000"/>
              <a:buFont typeface="Manrope"/>
              <a:buNone/>
              <a:defRPr sz="2000">
                <a:latin typeface="Manrope"/>
                <a:ea typeface="Manrope"/>
                <a:cs typeface="Manrope"/>
                <a:sym typeface="Manrope"/>
              </a:defRPr>
            </a:lvl7pPr>
            <a:lvl8pPr lvl="7" algn="ctr" rtl="0">
              <a:lnSpc>
                <a:spcPct val="100000"/>
              </a:lnSpc>
              <a:spcBef>
                <a:spcPts val="0"/>
              </a:spcBef>
              <a:spcAft>
                <a:spcPts val="0"/>
              </a:spcAft>
              <a:buSzPts val="2000"/>
              <a:buFont typeface="Manrope"/>
              <a:buNone/>
              <a:defRPr sz="2000">
                <a:latin typeface="Manrope"/>
                <a:ea typeface="Manrope"/>
                <a:cs typeface="Manrope"/>
                <a:sym typeface="Manrope"/>
              </a:defRPr>
            </a:lvl8pPr>
            <a:lvl9pPr lvl="8" algn="ctr" rtl="0">
              <a:lnSpc>
                <a:spcPct val="100000"/>
              </a:lnSpc>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24" name="Google Shape;124;p19"/>
          <p:cNvSpPr txBox="1">
            <a:spLocks noGrp="1"/>
          </p:cNvSpPr>
          <p:nvPr>
            <p:ph type="subTitle" idx="2"/>
          </p:nvPr>
        </p:nvSpPr>
        <p:spPr>
          <a:xfrm>
            <a:off x="843875" y="3690675"/>
            <a:ext cx="2207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 name="Google Shape;125;p19"/>
          <p:cNvSpPr txBox="1">
            <a:spLocks noGrp="1"/>
          </p:cNvSpPr>
          <p:nvPr>
            <p:ph type="subTitle" idx="3"/>
          </p:nvPr>
        </p:nvSpPr>
        <p:spPr>
          <a:xfrm>
            <a:off x="3468450" y="3205875"/>
            <a:ext cx="22071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lnSpc>
                <a:spcPct val="100000"/>
              </a:lnSpc>
              <a:spcBef>
                <a:spcPts val="0"/>
              </a:spcBef>
              <a:spcAft>
                <a:spcPts val="0"/>
              </a:spcAft>
              <a:buSzPts val="2000"/>
              <a:buFont typeface="Manrope"/>
              <a:buNone/>
              <a:defRPr sz="2000">
                <a:latin typeface="Manrope"/>
                <a:ea typeface="Manrope"/>
                <a:cs typeface="Manrope"/>
                <a:sym typeface="Manrope"/>
              </a:defRPr>
            </a:lvl2pPr>
            <a:lvl3pPr lvl="2" algn="ctr" rtl="0">
              <a:lnSpc>
                <a:spcPct val="100000"/>
              </a:lnSpc>
              <a:spcBef>
                <a:spcPts val="0"/>
              </a:spcBef>
              <a:spcAft>
                <a:spcPts val="0"/>
              </a:spcAft>
              <a:buSzPts val="2000"/>
              <a:buFont typeface="Manrope"/>
              <a:buNone/>
              <a:defRPr sz="2000">
                <a:latin typeface="Manrope"/>
                <a:ea typeface="Manrope"/>
                <a:cs typeface="Manrope"/>
                <a:sym typeface="Manrope"/>
              </a:defRPr>
            </a:lvl3pPr>
            <a:lvl4pPr lvl="3" algn="ctr" rtl="0">
              <a:lnSpc>
                <a:spcPct val="100000"/>
              </a:lnSpc>
              <a:spcBef>
                <a:spcPts val="0"/>
              </a:spcBef>
              <a:spcAft>
                <a:spcPts val="0"/>
              </a:spcAft>
              <a:buSzPts val="2000"/>
              <a:buFont typeface="Manrope"/>
              <a:buNone/>
              <a:defRPr sz="2000">
                <a:latin typeface="Manrope"/>
                <a:ea typeface="Manrope"/>
                <a:cs typeface="Manrope"/>
                <a:sym typeface="Manrope"/>
              </a:defRPr>
            </a:lvl4pPr>
            <a:lvl5pPr lvl="4" algn="ctr" rtl="0">
              <a:lnSpc>
                <a:spcPct val="100000"/>
              </a:lnSpc>
              <a:spcBef>
                <a:spcPts val="0"/>
              </a:spcBef>
              <a:spcAft>
                <a:spcPts val="0"/>
              </a:spcAft>
              <a:buSzPts val="2000"/>
              <a:buFont typeface="Manrope"/>
              <a:buNone/>
              <a:defRPr sz="2000">
                <a:latin typeface="Manrope"/>
                <a:ea typeface="Manrope"/>
                <a:cs typeface="Manrope"/>
                <a:sym typeface="Manrope"/>
              </a:defRPr>
            </a:lvl5pPr>
            <a:lvl6pPr lvl="5" algn="ctr" rtl="0">
              <a:lnSpc>
                <a:spcPct val="100000"/>
              </a:lnSpc>
              <a:spcBef>
                <a:spcPts val="0"/>
              </a:spcBef>
              <a:spcAft>
                <a:spcPts val="0"/>
              </a:spcAft>
              <a:buSzPts val="2000"/>
              <a:buFont typeface="Manrope"/>
              <a:buNone/>
              <a:defRPr sz="2000">
                <a:latin typeface="Manrope"/>
                <a:ea typeface="Manrope"/>
                <a:cs typeface="Manrope"/>
                <a:sym typeface="Manrope"/>
              </a:defRPr>
            </a:lvl6pPr>
            <a:lvl7pPr lvl="6" algn="ctr" rtl="0">
              <a:lnSpc>
                <a:spcPct val="100000"/>
              </a:lnSpc>
              <a:spcBef>
                <a:spcPts val="0"/>
              </a:spcBef>
              <a:spcAft>
                <a:spcPts val="0"/>
              </a:spcAft>
              <a:buSzPts val="2000"/>
              <a:buFont typeface="Manrope"/>
              <a:buNone/>
              <a:defRPr sz="2000">
                <a:latin typeface="Manrope"/>
                <a:ea typeface="Manrope"/>
                <a:cs typeface="Manrope"/>
                <a:sym typeface="Manrope"/>
              </a:defRPr>
            </a:lvl7pPr>
            <a:lvl8pPr lvl="7" algn="ctr" rtl="0">
              <a:lnSpc>
                <a:spcPct val="100000"/>
              </a:lnSpc>
              <a:spcBef>
                <a:spcPts val="0"/>
              </a:spcBef>
              <a:spcAft>
                <a:spcPts val="0"/>
              </a:spcAft>
              <a:buSzPts val="2000"/>
              <a:buFont typeface="Manrope"/>
              <a:buNone/>
              <a:defRPr sz="2000">
                <a:latin typeface="Manrope"/>
                <a:ea typeface="Manrope"/>
                <a:cs typeface="Manrope"/>
                <a:sym typeface="Manrope"/>
              </a:defRPr>
            </a:lvl8pPr>
            <a:lvl9pPr lvl="8" algn="ctr" rtl="0">
              <a:lnSpc>
                <a:spcPct val="100000"/>
              </a:lnSpc>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26" name="Google Shape;126;p19"/>
          <p:cNvSpPr txBox="1">
            <a:spLocks noGrp="1"/>
          </p:cNvSpPr>
          <p:nvPr>
            <p:ph type="subTitle" idx="4"/>
          </p:nvPr>
        </p:nvSpPr>
        <p:spPr>
          <a:xfrm>
            <a:off x="3468450" y="3690675"/>
            <a:ext cx="2207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7" name="Google Shape;127;p19"/>
          <p:cNvSpPr txBox="1">
            <a:spLocks noGrp="1"/>
          </p:cNvSpPr>
          <p:nvPr>
            <p:ph type="subTitle" idx="5"/>
          </p:nvPr>
        </p:nvSpPr>
        <p:spPr>
          <a:xfrm>
            <a:off x="6093025" y="3205875"/>
            <a:ext cx="22071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lnSpc>
                <a:spcPct val="100000"/>
              </a:lnSpc>
              <a:spcBef>
                <a:spcPts val="0"/>
              </a:spcBef>
              <a:spcAft>
                <a:spcPts val="0"/>
              </a:spcAft>
              <a:buSzPts val="2000"/>
              <a:buFont typeface="Manrope"/>
              <a:buNone/>
              <a:defRPr sz="2000">
                <a:latin typeface="Manrope"/>
                <a:ea typeface="Manrope"/>
                <a:cs typeface="Manrope"/>
                <a:sym typeface="Manrope"/>
              </a:defRPr>
            </a:lvl2pPr>
            <a:lvl3pPr lvl="2" algn="ctr" rtl="0">
              <a:lnSpc>
                <a:spcPct val="100000"/>
              </a:lnSpc>
              <a:spcBef>
                <a:spcPts val="0"/>
              </a:spcBef>
              <a:spcAft>
                <a:spcPts val="0"/>
              </a:spcAft>
              <a:buSzPts val="2000"/>
              <a:buFont typeface="Manrope"/>
              <a:buNone/>
              <a:defRPr sz="2000">
                <a:latin typeface="Manrope"/>
                <a:ea typeface="Manrope"/>
                <a:cs typeface="Manrope"/>
                <a:sym typeface="Manrope"/>
              </a:defRPr>
            </a:lvl3pPr>
            <a:lvl4pPr lvl="3" algn="ctr" rtl="0">
              <a:lnSpc>
                <a:spcPct val="100000"/>
              </a:lnSpc>
              <a:spcBef>
                <a:spcPts val="0"/>
              </a:spcBef>
              <a:spcAft>
                <a:spcPts val="0"/>
              </a:spcAft>
              <a:buSzPts val="2000"/>
              <a:buFont typeface="Manrope"/>
              <a:buNone/>
              <a:defRPr sz="2000">
                <a:latin typeface="Manrope"/>
                <a:ea typeface="Manrope"/>
                <a:cs typeface="Manrope"/>
                <a:sym typeface="Manrope"/>
              </a:defRPr>
            </a:lvl4pPr>
            <a:lvl5pPr lvl="4" algn="ctr" rtl="0">
              <a:lnSpc>
                <a:spcPct val="100000"/>
              </a:lnSpc>
              <a:spcBef>
                <a:spcPts val="0"/>
              </a:spcBef>
              <a:spcAft>
                <a:spcPts val="0"/>
              </a:spcAft>
              <a:buSzPts val="2000"/>
              <a:buFont typeface="Manrope"/>
              <a:buNone/>
              <a:defRPr sz="2000">
                <a:latin typeface="Manrope"/>
                <a:ea typeface="Manrope"/>
                <a:cs typeface="Manrope"/>
                <a:sym typeface="Manrope"/>
              </a:defRPr>
            </a:lvl5pPr>
            <a:lvl6pPr lvl="5" algn="ctr" rtl="0">
              <a:lnSpc>
                <a:spcPct val="100000"/>
              </a:lnSpc>
              <a:spcBef>
                <a:spcPts val="0"/>
              </a:spcBef>
              <a:spcAft>
                <a:spcPts val="0"/>
              </a:spcAft>
              <a:buSzPts val="2000"/>
              <a:buFont typeface="Manrope"/>
              <a:buNone/>
              <a:defRPr sz="2000">
                <a:latin typeface="Manrope"/>
                <a:ea typeface="Manrope"/>
                <a:cs typeface="Manrope"/>
                <a:sym typeface="Manrope"/>
              </a:defRPr>
            </a:lvl6pPr>
            <a:lvl7pPr lvl="6" algn="ctr" rtl="0">
              <a:lnSpc>
                <a:spcPct val="100000"/>
              </a:lnSpc>
              <a:spcBef>
                <a:spcPts val="0"/>
              </a:spcBef>
              <a:spcAft>
                <a:spcPts val="0"/>
              </a:spcAft>
              <a:buSzPts val="2000"/>
              <a:buFont typeface="Manrope"/>
              <a:buNone/>
              <a:defRPr sz="2000">
                <a:latin typeface="Manrope"/>
                <a:ea typeface="Manrope"/>
                <a:cs typeface="Manrope"/>
                <a:sym typeface="Manrope"/>
              </a:defRPr>
            </a:lvl7pPr>
            <a:lvl8pPr lvl="7" algn="ctr" rtl="0">
              <a:lnSpc>
                <a:spcPct val="100000"/>
              </a:lnSpc>
              <a:spcBef>
                <a:spcPts val="0"/>
              </a:spcBef>
              <a:spcAft>
                <a:spcPts val="0"/>
              </a:spcAft>
              <a:buSzPts val="2000"/>
              <a:buFont typeface="Manrope"/>
              <a:buNone/>
              <a:defRPr sz="2000">
                <a:latin typeface="Manrope"/>
                <a:ea typeface="Manrope"/>
                <a:cs typeface="Manrope"/>
                <a:sym typeface="Manrope"/>
              </a:defRPr>
            </a:lvl8pPr>
            <a:lvl9pPr lvl="8" algn="ctr" rtl="0">
              <a:lnSpc>
                <a:spcPct val="100000"/>
              </a:lnSpc>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28" name="Google Shape;128;p19"/>
          <p:cNvSpPr txBox="1">
            <a:spLocks noGrp="1"/>
          </p:cNvSpPr>
          <p:nvPr>
            <p:ph type="subTitle" idx="6"/>
          </p:nvPr>
        </p:nvSpPr>
        <p:spPr>
          <a:xfrm>
            <a:off x="6093025" y="3690675"/>
            <a:ext cx="2207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p:cSld name="BLANK_17">
    <p:spTree>
      <p:nvGrpSpPr>
        <p:cNvPr id="1" name="Shape 159"/>
        <p:cNvGrpSpPr/>
        <p:nvPr/>
      </p:nvGrpSpPr>
      <p:grpSpPr>
        <a:xfrm>
          <a:off x="0" y="0"/>
          <a:ext cx="0" cy="0"/>
          <a:chOff x="0" y="0"/>
          <a:chExt cx="0" cy="0"/>
        </a:xfrm>
      </p:grpSpPr>
      <p:sp>
        <p:nvSpPr>
          <p:cNvPr id="160" name="Google Shape;160;p22"/>
          <p:cNvSpPr txBox="1">
            <a:spLocks noGrp="1"/>
          </p:cNvSpPr>
          <p:nvPr>
            <p:ph type="title"/>
          </p:nvPr>
        </p:nvSpPr>
        <p:spPr>
          <a:xfrm>
            <a:off x="713100" y="445025"/>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61" name="Google Shape;161;p22"/>
          <p:cNvSpPr txBox="1">
            <a:spLocks noGrp="1"/>
          </p:cNvSpPr>
          <p:nvPr>
            <p:ph type="subTitle" idx="1"/>
          </p:nvPr>
        </p:nvSpPr>
        <p:spPr>
          <a:xfrm>
            <a:off x="798100" y="3381547"/>
            <a:ext cx="2258400" cy="425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spcBef>
                <a:spcPts val="0"/>
              </a:spcBef>
              <a:spcAft>
                <a:spcPts val="0"/>
              </a:spcAft>
              <a:buSzPts val="2000"/>
              <a:buFont typeface="Manrope"/>
              <a:buNone/>
              <a:defRPr sz="2000">
                <a:latin typeface="Manrope"/>
                <a:ea typeface="Manrope"/>
                <a:cs typeface="Manrope"/>
                <a:sym typeface="Manrope"/>
              </a:defRPr>
            </a:lvl2pPr>
            <a:lvl3pPr lvl="2" algn="ctr" rtl="0">
              <a:spcBef>
                <a:spcPts val="0"/>
              </a:spcBef>
              <a:spcAft>
                <a:spcPts val="0"/>
              </a:spcAft>
              <a:buSzPts val="2000"/>
              <a:buFont typeface="Manrope"/>
              <a:buNone/>
              <a:defRPr sz="2000">
                <a:latin typeface="Manrope"/>
                <a:ea typeface="Manrope"/>
                <a:cs typeface="Manrope"/>
                <a:sym typeface="Manrope"/>
              </a:defRPr>
            </a:lvl3pPr>
            <a:lvl4pPr lvl="3" algn="ctr" rtl="0">
              <a:spcBef>
                <a:spcPts val="0"/>
              </a:spcBef>
              <a:spcAft>
                <a:spcPts val="0"/>
              </a:spcAft>
              <a:buSzPts val="2000"/>
              <a:buFont typeface="Manrope"/>
              <a:buNone/>
              <a:defRPr sz="2000">
                <a:latin typeface="Manrope"/>
                <a:ea typeface="Manrope"/>
                <a:cs typeface="Manrope"/>
                <a:sym typeface="Manrope"/>
              </a:defRPr>
            </a:lvl4pPr>
            <a:lvl5pPr lvl="4" algn="ctr" rtl="0">
              <a:spcBef>
                <a:spcPts val="0"/>
              </a:spcBef>
              <a:spcAft>
                <a:spcPts val="0"/>
              </a:spcAft>
              <a:buSzPts val="2000"/>
              <a:buFont typeface="Manrope"/>
              <a:buNone/>
              <a:defRPr sz="2000">
                <a:latin typeface="Manrope"/>
                <a:ea typeface="Manrope"/>
                <a:cs typeface="Manrope"/>
                <a:sym typeface="Manrope"/>
              </a:defRPr>
            </a:lvl5pPr>
            <a:lvl6pPr lvl="5" algn="ctr" rtl="0">
              <a:spcBef>
                <a:spcPts val="0"/>
              </a:spcBef>
              <a:spcAft>
                <a:spcPts val="0"/>
              </a:spcAft>
              <a:buSzPts val="2000"/>
              <a:buFont typeface="Manrope"/>
              <a:buNone/>
              <a:defRPr sz="2000">
                <a:latin typeface="Manrope"/>
                <a:ea typeface="Manrope"/>
                <a:cs typeface="Manrope"/>
                <a:sym typeface="Manrope"/>
              </a:defRPr>
            </a:lvl6pPr>
            <a:lvl7pPr lvl="6" algn="ctr" rtl="0">
              <a:spcBef>
                <a:spcPts val="0"/>
              </a:spcBef>
              <a:spcAft>
                <a:spcPts val="0"/>
              </a:spcAft>
              <a:buSzPts val="2000"/>
              <a:buFont typeface="Manrope"/>
              <a:buNone/>
              <a:defRPr sz="2000">
                <a:latin typeface="Manrope"/>
                <a:ea typeface="Manrope"/>
                <a:cs typeface="Manrope"/>
                <a:sym typeface="Manrope"/>
              </a:defRPr>
            </a:lvl7pPr>
            <a:lvl8pPr lvl="7" algn="ctr" rtl="0">
              <a:spcBef>
                <a:spcPts val="0"/>
              </a:spcBef>
              <a:spcAft>
                <a:spcPts val="0"/>
              </a:spcAft>
              <a:buSzPts val="2000"/>
              <a:buFont typeface="Manrope"/>
              <a:buNone/>
              <a:defRPr sz="2000">
                <a:latin typeface="Manrope"/>
                <a:ea typeface="Manrope"/>
                <a:cs typeface="Manrope"/>
                <a:sym typeface="Manrope"/>
              </a:defRPr>
            </a:lvl8pPr>
            <a:lvl9pPr lvl="8" algn="ctr" rtl="0">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62" name="Google Shape;162;p22"/>
          <p:cNvSpPr txBox="1">
            <a:spLocks noGrp="1"/>
          </p:cNvSpPr>
          <p:nvPr>
            <p:ph type="title" idx="2" hasCustomPrompt="1"/>
          </p:nvPr>
        </p:nvSpPr>
        <p:spPr>
          <a:xfrm>
            <a:off x="798100" y="2558525"/>
            <a:ext cx="2258400" cy="61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5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63" name="Google Shape;163;p22"/>
          <p:cNvSpPr txBox="1">
            <a:spLocks noGrp="1"/>
          </p:cNvSpPr>
          <p:nvPr>
            <p:ph type="subTitle" idx="3"/>
          </p:nvPr>
        </p:nvSpPr>
        <p:spPr>
          <a:xfrm>
            <a:off x="3442800" y="3381547"/>
            <a:ext cx="2258400" cy="425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spcBef>
                <a:spcPts val="0"/>
              </a:spcBef>
              <a:spcAft>
                <a:spcPts val="0"/>
              </a:spcAft>
              <a:buSzPts val="2000"/>
              <a:buFont typeface="Manrope"/>
              <a:buNone/>
              <a:defRPr sz="2000">
                <a:latin typeface="Manrope"/>
                <a:ea typeface="Manrope"/>
                <a:cs typeface="Manrope"/>
                <a:sym typeface="Manrope"/>
              </a:defRPr>
            </a:lvl2pPr>
            <a:lvl3pPr lvl="2" algn="ctr" rtl="0">
              <a:spcBef>
                <a:spcPts val="0"/>
              </a:spcBef>
              <a:spcAft>
                <a:spcPts val="0"/>
              </a:spcAft>
              <a:buSzPts val="2000"/>
              <a:buFont typeface="Manrope"/>
              <a:buNone/>
              <a:defRPr sz="2000">
                <a:latin typeface="Manrope"/>
                <a:ea typeface="Manrope"/>
                <a:cs typeface="Manrope"/>
                <a:sym typeface="Manrope"/>
              </a:defRPr>
            </a:lvl3pPr>
            <a:lvl4pPr lvl="3" algn="ctr" rtl="0">
              <a:spcBef>
                <a:spcPts val="0"/>
              </a:spcBef>
              <a:spcAft>
                <a:spcPts val="0"/>
              </a:spcAft>
              <a:buSzPts val="2000"/>
              <a:buFont typeface="Manrope"/>
              <a:buNone/>
              <a:defRPr sz="2000">
                <a:latin typeface="Manrope"/>
                <a:ea typeface="Manrope"/>
                <a:cs typeface="Manrope"/>
                <a:sym typeface="Manrope"/>
              </a:defRPr>
            </a:lvl4pPr>
            <a:lvl5pPr lvl="4" algn="ctr" rtl="0">
              <a:spcBef>
                <a:spcPts val="0"/>
              </a:spcBef>
              <a:spcAft>
                <a:spcPts val="0"/>
              </a:spcAft>
              <a:buSzPts val="2000"/>
              <a:buFont typeface="Manrope"/>
              <a:buNone/>
              <a:defRPr sz="2000">
                <a:latin typeface="Manrope"/>
                <a:ea typeface="Manrope"/>
                <a:cs typeface="Manrope"/>
                <a:sym typeface="Manrope"/>
              </a:defRPr>
            </a:lvl5pPr>
            <a:lvl6pPr lvl="5" algn="ctr" rtl="0">
              <a:spcBef>
                <a:spcPts val="0"/>
              </a:spcBef>
              <a:spcAft>
                <a:spcPts val="0"/>
              </a:spcAft>
              <a:buSzPts val="2000"/>
              <a:buFont typeface="Manrope"/>
              <a:buNone/>
              <a:defRPr sz="2000">
                <a:latin typeface="Manrope"/>
                <a:ea typeface="Manrope"/>
                <a:cs typeface="Manrope"/>
                <a:sym typeface="Manrope"/>
              </a:defRPr>
            </a:lvl6pPr>
            <a:lvl7pPr lvl="6" algn="ctr" rtl="0">
              <a:spcBef>
                <a:spcPts val="0"/>
              </a:spcBef>
              <a:spcAft>
                <a:spcPts val="0"/>
              </a:spcAft>
              <a:buSzPts val="2000"/>
              <a:buFont typeface="Manrope"/>
              <a:buNone/>
              <a:defRPr sz="2000">
                <a:latin typeface="Manrope"/>
                <a:ea typeface="Manrope"/>
                <a:cs typeface="Manrope"/>
                <a:sym typeface="Manrope"/>
              </a:defRPr>
            </a:lvl7pPr>
            <a:lvl8pPr lvl="7" algn="ctr" rtl="0">
              <a:spcBef>
                <a:spcPts val="0"/>
              </a:spcBef>
              <a:spcAft>
                <a:spcPts val="0"/>
              </a:spcAft>
              <a:buSzPts val="2000"/>
              <a:buFont typeface="Manrope"/>
              <a:buNone/>
              <a:defRPr sz="2000">
                <a:latin typeface="Manrope"/>
                <a:ea typeface="Manrope"/>
                <a:cs typeface="Manrope"/>
                <a:sym typeface="Manrope"/>
              </a:defRPr>
            </a:lvl8pPr>
            <a:lvl9pPr lvl="8" algn="ctr" rtl="0">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64" name="Google Shape;164;p22"/>
          <p:cNvSpPr txBox="1">
            <a:spLocks noGrp="1"/>
          </p:cNvSpPr>
          <p:nvPr>
            <p:ph type="title" idx="4" hasCustomPrompt="1"/>
          </p:nvPr>
        </p:nvSpPr>
        <p:spPr>
          <a:xfrm>
            <a:off x="3442800" y="2558525"/>
            <a:ext cx="2258400" cy="61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5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65" name="Google Shape;165;p22"/>
          <p:cNvSpPr txBox="1">
            <a:spLocks noGrp="1"/>
          </p:cNvSpPr>
          <p:nvPr>
            <p:ph type="subTitle" idx="5"/>
          </p:nvPr>
        </p:nvSpPr>
        <p:spPr>
          <a:xfrm>
            <a:off x="6087500" y="3381547"/>
            <a:ext cx="2258400" cy="425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Manrope"/>
              <a:buNone/>
              <a:defRPr sz="2000">
                <a:latin typeface="Manrope"/>
                <a:ea typeface="Manrope"/>
                <a:cs typeface="Manrope"/>
                <a:sym typeface="Manrope"/>
              </a:defRPr>
            </a:lvl1pPr>
            <a:lvl2pPr lvl="1" algn="ctr" rtl="0">
              <a:spcBef>
                <a:spcPts val="0"/>
              </a:spcBef>
              <a:spcAft>
                <a:spcPts val="0"/>
              </a:spcAft>
              <a:buSzPts val="2000"/>
              <a:buFont typeface="Manrope"/>
              <a:buNone/>
              <a:defRPr sz="2000">
                <a:latin typeface="Manrope"/>
                <a:ea typeface="Manrope"/>
                <a:cs typeface="Manrope"/>
                <a:sym typeface="Manrope"/>
              </a:defRPr>
            </a:lvl2pPr>
            <a:lvl3pPr lvl="2" algn="ctr" rtl="0">
              <a:spcBef>
                <a:spcPts val="0"/>
              </a:spcBef>
              <a:spcAft>
                <a:spcPts val="0"/>
              </a:spcAft>
              <a:buSzPts val="2000"/>
              <a:buFont typeface="Manrope"/>
              <a:buNone/>
              <a:defRPr sz="2000">
                <a:latin typeface="Manrope"/>
                <a:ea typeface="Manrope"/>
                <a:cs typeface="Manrope"/>
                <a:sym typeface="Manrope"/>
              </a:defRPr>
            </a:lvl3pPr>
            <a:lvl4pPr lvl="3" algn="ctr" rtl="0">
              <a:spcBef>
                <a:spcPts val="0"/>
              </a:spcBef>
              <a:spcAft>
                <a:spcPts val="0"/>
              </a:spcAft>
              <a:buSzPts val="2000"/>
              <a:buFont typeface="Manrope"/>
              <a:buNone/>
              <a:defRPr sz="2000">
                <a:latin typeface="Manrope"/>
                <a:ea typeface="Manrope"/>
                <a:cs typeface="Manrope"/>
                <a:sym typeface="Manrope"/>
              </a:defRPr>
            </a:lvl4pPr>
            <a:lvl5pPr lvl="4" algn="ctr" rtl="0">
              <a:spcBef>
                <a:spcPts val="0"/>
              </a:spcBef>
              <a:spcAft>
                <a:spcPts val="0"/>
              </a:spcAft>
              <a:buSzPts val="2000"/>
              <a:buFont typeface="Manrope"/>
              <a:buNone/>
              <a:defRPr sz="2000">
                <a:latin typeface="Manrope"/>
                <a:ea typeface="Manrope"/>
                <a:cs typeface="Manrope"/>
                <a:sym typeface="Manrope"/>
              </a:defRPr>
            </a:lvl5pPr>
            <a:lvl6pPr lvl="5" algn="ctr" rtl="0">
              <a:spcBef>
                <a:spcPts val="0"/>
              </a:spcBef>
              <a:spcAft>
                <a:spcPts val="0"/>
              </a:spcAft>
              <a:buSzPts val="2000"/>
              <a:buFont typeface="Manrope"/>
              <a:buNone/>
              <a:defRPr sz="2000">
                <a:latin typeface="Manrope"/>
                <a:ea typeface="Manrope"/>
                <a:cs typeface="Manrope"/>
                <a:sym typeface="Manrope"/>
              </a:defRPr>
            </a:lvl6pPr>
            <a:lvl7pPr lvl="6" algn="ctr" rtl="0">
              <a:spcBef>
                <a:spcPts val="0"/>
              </a:spcBef>
              <a:spcAft>
                <a:spcPts val="0"/>
              </a:spcAft>
              <a:buSzPts val="2000"/>
              <a:buFont typeface="Manrope"/>
              <a:buNone/>
              <a:defRPr sz="2000">
                <a:latin typeface="Manrope"/>
                <a:ea typeface="Manrope"/>
                <a:cs typeface="Manrope"/>
                <a:sym typeface="Manrope"/>
              </a:defRPr>
            </a:lvl7pPr>
            <a:lvl8pPr lvl="7" algn="ctr" rtl="0">
              <a:spcBef>
                <a:spcPts val="0"/>
              </a:spcBef>
              <a:spcAft>
                <a:spcPts val="0"/>
              </a:spcAft>
              <a:buSzPts val="2000"/>
              <a:buFont typeface="Manrope"/>
              <a:buNone/>
              <a:defRPr sz="2000">
                <a:latin typeface="Manrope"/>
                <a:ea typeface="Manrope"/>
                <a:cs typeface="Manrope"/>
                <a:sym typeface="Manrope"/>
              </a:defRPr>
            </a:lvl8pPr>
            <a:lvl9pPr lvl="8" algn="ctr" rtl="0">
              <a:spcBef>
                <a:spcPts val="0"/>
              </a:spcBef>
              <a:spcAft>
                <a:spcPts val="0"/>
              </a:spcAft>
              <a:buSzPts val="2000"/>
              <a:buFont typeface="Manrope"/>
              <a:buNone/>
              <a:defRPr sz="2000">
                <a:latin typeface="Manrope"/>
                <a:ea typeface="Manrope"/>
                <a:cs typeface="Manrope"/>
                <a:sym typeface="Manrope"/>
              </a:defRPr>
            </a:lvl9pPr>
          </a:lstStyle>
          <a:p>
            <a:endParaRPr/>
          </a:p>
        </p:txBody>
      </p:sp>
      <p:sp>
        <p:nvSpPr>
          <p:cNvPr id="166" name="Google Shape;166;p22"/>
          <p:cNvSpPr txBox="1">
            <a:spLocks noGrp="1"/>
          </p:cNvSpPr>
          <p:nvPr>
            <p:ph type="title" idx="6" hasCustomPrompt="1"/>
          </p:nvPr>
        </p:nvSpPr>
        <p:spPr>
          <a:xfrm>
            <a:off x="6087500" y="2558525"/>
            <a:ext cx="2258400" cy="61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5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67" name="Google Shape;167;p22"/>
          <p:cNvSpPr txBox="1">
            <a:spLocks noGrp="1"/>
          </p:cNvSpPr>
          <p:nvPr>
            <p:ph type="subTitle" idx="7"/>
          </p:nvPr>
        </p:nvSpPr>
        <p:spPr>
          <a:xfrm>
            <a:off x="798100" y="3806947"/>
            <a:ext cx="2258400" cy="61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8" name="Google Shape;168;p22"/>
          <p:cNvSpPr txBox="1">
            <a:spLocks noGrp="1"/>
          </p:cNvSpPr>
          <p:nvPr>
            <p:ph type="subTitle" idx="8"/>
          </p:nvPr>
        </p:nvSpPr>
        <p:spPr>
          <a:xfrm>
            <a:off x="3442800" y="3806947"/>
            <a:ext cx="2258400" cy="61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9" name="Google Shape;169;p22"/>
          <p:cNvSpPr txBox="1">
            <a:spLocks noGrp="1"/>
          </p:cNvSpPr>
          <p:nvPr>
            <p:ph type="subTitle" idx="9"/>
          </p:nvPr>
        </p:nvSpPr>
        <p:spPr>
          <a:xfrm>
            <a:off x="6087500" y="3806947"/>
            <a:ext cx="2258400" cy="61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BLANK_5">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713125" y="1441338"/>
            <a:ext cx="3279300" cy="6798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76" name="Google Shape;176;p24"/>
          <p:cNvSpPr txBox="1">
            <a:spLocks noGrp="1"/>
          </p:cNvSpPr>
          <p:nvPr>
            <p:ph type="subTitle" idx="1"/>
          </p:nvPr>
        </p:nvSpPr>
        <p:spPr>
          <a:xfrm>
            <a:off x="713100" y="2229762"/>
            <a:ext cx="3279300" cy="14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7" name="Google Shape;177;p24"/>
          <p:cNvSpPr/>
          <p:nvPr/>
        </p:nvSpPr>
        <p:spPr>
          <a:xfrm>
            <a:off x="-520150" y="-554697"/>
            <a:ext cx="1656900" cy="1656900"/>
          </a:xfrm>
          <a:prstGeom prst="donut">
            <a:avLst>
              <a:gd name="adj" fmla="val 1206"/>
            </a:avLst>
          </a:prstGeom>
          <a:gradFill>
            <a:gsLst>
              <a:gs pos="0">
                <a:schemeClr val="accent2"/>
              </a:gs>
              <a:gs pos="100000">
                <a:schemeClr val="accent6"/>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4"/>
          <p:cNvSpPr/>
          <p:nvPr/>
        </p:nvSpPr>
        <p:spPr>
          <a:xfrm>
            <a:off x="3060700" y="4029525"/>
            <a:ext cx="1872600" cy="1872600"/>
          </a:xfrm>
          <a:prstGeom prst="donut">
            <a:avLst>
              <a:gd name="adj" fmla="val 1115"/>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3">
    <p:spTree>
      <p:nvGrpSpPr>
        <p:cNvPr id="1" name="Shape 200"/>
        <p:cNvGrpSpPr/>
        <p:nvPr/>
      </p:nvGrpSpPr>
      <p:grpSpPr>
        <a:xfrm>
          <a:off x="0" y="0"/>
          <a:ext cx="0" cy="0"/>
          <a:chOff x="0" y="0"/>
          <a:chExt cx="0" cy="0"/>
        </a:xfrm>
      </p:grpSpPr>
      <p:sp>
        <p:nvSpPr>
          <p:cNvPr id="201" name="Google Shape;201;p29"/>
          <p:cNvSpPr/>
          <p:nvPr/>
        </p:nvSpPr>
        <p:spPr>
          <a:xfrm>
            <a:off x="-921525" y="-984975"/>
            <a:ext cx="2140800" cy="2140800"/>
          </a:xfrm>
          <a:prstGeom prst="donut">
            <a:avLst>
              <a:gd name="adj" fmla="val 772"/>
            </a:avLst>
          </a:pr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9"/>
          <p:cNvSpPr/>
          <p:nvPr/>
        </p:nvSpPr>
        <p:spPr>
          <a:xfrm>
            <a:off x="7870425" y="4003425"/>
            <a:ext cx="1601100" cy="1601100"/>
          </a:xfrm>
          <a:prstGeom prst="donut">
            <a:avLst>
              <a:gd name="adj" fmla="val 1206"/>
            </a:avLst>
          </a:prstGeom>
          <a:gradFill>
            <a:gsLst>
              <a:gs pos="0">
                <a:schemeClr val="accent2"/>
              </a:gs>
              <a:gs pos="100000">
                <a:schemeClr val="accent6"/>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9"/>
          <p:cNvSpPr/>
          <p:nvPr/>
        </p:nvSpPr>
        <p:spPr>
          <a:xfrm>
            <a:off x="1549350" y="4498350"/>
            <a:ext cx="1531500" cy="1531200"/>
          </a:xfrm>
          <a:prstGeom prst="donut">
            <a:avLst>
              <a:gd name="adj" fmla="val 1115"/>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9"/>
          <p:cNvSpPr/>
          <p:nvPr/>
        </p:nvSpPr>
        <p:spPr>
          <a:xfrm>
            <a:off x="6656650" y="-540375"/>
            <a:ext cx="1115700" cy="1115700"/>
          </a:xfrm>
          <a:prstGeom prst="donut">
            <a:avLst>
              <a:gd name="adj" fmla="val 1115"/>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BLANK_2">
    <p:spTree>
      <p:nvGrpSpPr>
        <p:cNvPr id="1" name="Shape 205"/>
        <p:cNvGrpSpPr/>
        <p:nvPr/>
      </p:nvGrpSpPr>
      <p:grpSpPr>
        <a:xfrm>
          <a:off x="0" y="0"/>
          <a:ext cx="0" cy="0"/>
          <a:chOff x="0" y="0"/>
          <a:chExt cx="0" cy="0"/>
        </a:xfrm>
      </p:grpSpPr>
      <p:sp>
        <p:nvSpPr>
          <p:cNvPr id="206" name="Google Shape;206;p30"/>
          <p:cNvSpPr/>
          <p:nvPr/>
        </p:nvSpPr>
        <p:spPr>
          <a:xfrm>
            <a:off x="7460475" y="-880025"/>
            <a:ext cx="2415900" cy="2415900"/>
          </a:xfrm>
          <a:prstGeom prst="donut">
            <a:avLst>
              <a:gd name="adj" fmla="val 772"/>
            </a:avLst>
          </a:pr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0"/>
          <p:cNvSpPr/>
          <p:nvPr/>
        </p:nvSpPr>
        <p:spPr>
          <a:xfrm>
            <a:off x="-607200" y="2174050"/>
            <a:ext cx="1601100" cy="1601100"/>
          </a:xfrm>
          <a:prstGeom prst="donut">
            <a:avLst>
              <a:gd name="adj" fmla="val 1206"/>
            </a:avLst>
          </a:prstGeom>
          <a:gradFill>
            <a:gsLst>
              <a:gs pos="0">
                <a:schemeClr val="accent2"/>
              </a:gs>
              <a:gs pos="100000">
                <a:schemeClr val="accent6"/>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0"/>
          <p:cNvSpPr/>
          <p:nvPr/>
        </p:nvSpPr>
        <p:spPr>
          <a:xfrm>
            <a:off x="6589975" y="4498350"/>
            <a:ext cx="1115700" cy="1115700"/>
          </a:xfrm>
          <a:prstGeom prst="donut">
            <a:avLst>
              <a:gd name="adj" fmla="val 1115"/>
            </a:avLst>
          </a:prstGeom>
          <a:gradFill>
            <a:gsLst>
              <a:gs pos="0">
                <a:schemeClr val="accent2"/>
              </a:gs>
              <a:gs pos="100000">
                <a:schemeClr val="accent6"/>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dk1"/>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445025"/>
            <a:ext cx="77178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1pPr>
            <a:lvl2pPr lvl="1">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2pPr>
            <a:lvl3pPr lvl="2">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3pPr>
            <a:lvl4pPr lvl="3">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4pPr>
            <a:lvl5pPr lvl="4">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5pPr>
            <a:lvl6pPr lvl="5">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6pPr>
            <a:lvl7pPr lvl="6">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7pPr>
            <a:lvl8pPr lvl="7">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8pPr>
            <a:lvl9pPr lvl="8">
              <a:spcBef>
                <a:spcPts val="0"/>
              </a:spcBef>
              <a:spcAft>
                <a:spcPts val="0"/>
              </a:spcAft>
              <a:buClr>
                <a:schemeClr val="lt1"/>
              </a:buClr>
              <a:buSzPts val="3400"/>
              <a:buFont typeface="Manrope"/>
              <a:buNone/>
              <a:defRPr sz="3400">
                <a:solidFill>
                  <a:schemeClr val="lt1"/>
                </a:solidFill>
                <a:latin typeface="Manrope"/>
                <a:ea typeface="Manrope"/>
                <a:cs typeface="Manrope"/>
                <a:sym typeface="Manrope"/>
              </a:defRPr>
            </a:lvl9pPr>
          </a:lstStyle>
          <a:p>
            <a:endParaRPr/>
          </a:p>
        </p:txBody>
      </p:sp>
      <p:sp>
        <p:nvSpPr>
          <p:cNvPr id="7" name="Google Shape;7;p1"/>
          <p:cNvSpPr txBox="1">
            <a:spLocks noGrp="1"/>
          </p:cNvSpPr>
          <p:nvPr>
            <p:ph type="body" idx="1"/>
          </p:nvPr>
        </p:nvSpPr>
        <p:spPr>
          <a:xfrm>
            <a:off x="713100" y="1187700"/>
            <a:ext cx="77178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1pPr>
            <a:lvl2pPr marL="914400" lvl="1"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2pPr>
            <a:lvl3pPr marL="1371600" lvl="2"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3pPr>
            <a:lvl4pPr marL="1828800" lvl="3"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4pPr>
            <a:lvl5pPr marL="2286000" lvl="4"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5pPr>
            <a:lvl6pPr marL="2743200" lvl="5"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6pPr>
            <a:lvl7pPr marL="3200400" lvl="6"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7pPr>
            <a:lvl8pPr marL="3657600" lvl="7"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8pPr>
            <a:lvl9pPr marL="4114800" lvl="8" indent="-317500">
              <a:lnSpc>
                <a:spcPct val="100000"/>
              </a:lnSpc>
              <a:spcBef>
                <a:spcPts val="0"/>
              </a:spcBef>
              <a:spcAft>
                <a:spcPts val="0"/>
              </a:spcAft>
              <a:buClr>
                <a:schemeClr val="lt1"/>
              </a:buClr>
              <a:buSzPts val="1400"/>
              <a:buFont typeface="Assistant"/>
              <a:buChar char="■"/>
              <a:defRPr>
                <a:solidFill>
                  <a:schemeClr val="lt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8" r:id="rId6"/>
    <p:sldLayoutId id="2147483659" r:id="rId7"/>
    <p:sldLayoutId id="2147483663" r:id="rId8"/>
    <p:sldLayoutId id="2147483665" r:id="rId9"/>
    <p:sldLayoutId id="2147483668" r:id="rId10"/>
    <p:sldLayoutId id="2147483670" r:id="rId11"/>
    <p:sldLayoutId id="2147483675" r:id="rId12"/>
    <p:sldLayoutId id="2147483676"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p:nvPr/>
        </p:nvSpPr>
        <p:spPr>
          <a:xfrm>
            <a:off x="713100" y="3754950"/>
            <a:ext cx="4061100" cy="372300"/>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0" name="Google Shape;220;p34"/>
          <p:cNvCxnSpPr/>
          <p:nvPr/>
        </p:nvCxnSpPr>
        <p:spPr>
          <a:xfrm>
            <a:off x="713100" y="3539910"/>
            <a:ext cx="4061100" cy="0"/>
          </a:xfrm>
          <a:prstGeom prst="straightConnector1">
            <a:avLst/>
          </a:prstGeom>
          <a:noFill/>
          <a:ln w="19050" cap="flat" cmpd="sng">
            <a:solidFill>
              <a:schemeClr val="lt1"/>
            </a:solidFill>
            <a:prstDash val="solid"/>
            <a:round/>
            <a:headEnd type="none" w="med" len="med"/>
            <a:tailEnd type="none" w="med" len="med"/>
          </a:ln>
        </p:spPr>
      </p:cxnSp>
      <p:sp>
        <p:nvSpPr>
          <p:cNvPr id="221" name="Google Shape;221;p34"/>
          <p:cNvSpPr txBox="1">
            <a:spLocks noGrp="1"/>
          </p:cNvSpPr>
          <p:nvPr>
            <p:ph type="ctrTitle"/>
          </p:nvPr>
        </p:nvSpPr>
        <p:spPr>
          <a:xfrm>
            <a:off x="70882" y="821444"/>
            <a:ext cx="5271330" cy="370769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i="1" dirty="0">
                <a:solidFill>
                  <a:schemeClr val="accent6"/>
                </a:solidFill>
              </a:rPr>
              <a:t>Conception et programmation       d’un robot mobile</a:t>
            </a:r>
            <a:endParaRPr sz="3200" i="1" dirty="0">
              <a:solidFill>
                <a:schemeClr val="accent6"/>
              </a:solidFill>
            </a:endParaRPr>
          </a:p>
        </p:txBody>
      </p:sp>
      <p:sp>
        <p:nvSpPr>
          <p:cNvPr id="222" name="Google Shape;222;p34"/>
          <p:cNvSpPr txBox="1">
            <a:spLocks noGrp="1"/>
          </p:cNvSpPr>
          <p:nvPr>
            <p:ph type="subTitle" idx="1"/>
          </p:nvPr>
        </p:nvSpPr>
        <p:spPr>
          <a:xfrm>
            <a:off x="982800" y="3797875"/>
            <a:ext cx="3521700" cy="25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1400" dirty="0"/>
              <a:t>ADAM EL AKKAOUI </a:t>
            </a:r>
            <a:r>
              <a:rPr lang="fr-FR" sz="1400" dirty="0">
                <a:solidFill>
                  <a:schemeClr val="accent6"/>
                </a:solidFill>
              </a:rPr>
              <a:t>&amp;</a:t>
            </a:r>
            <a:r>
              <a:rPr lang="fr-FR" sz="1400" dirty="0"/>
              <a:t> MOUNTASSIR IKRADINE</a:t>
            </a:r>
            <a:endParaRPr sz="1400" dirty="0"/>
          </a:p>
        </p:txBody>
      </p:sp>
      <p:grpSp>
        <p:nvGrpSpPr>
          <p:cNvPr id="223" name="Google Shape;223;p34"/>
          <p:cNvGrpSpPr/>
          <p:nvPr/>
        </p:nvGrpSpPr>
        <p:grpSpPr>
          <a:xfrm flipH="1">
            <a:off x="4981451" y="434116"/>
            <a:ext cx="4819425" cy="5143328"/>
            <a:chOff x="4523982" y="824638"/>
            <a:chExt cx="4046876" cy="4318858"/>
          </a:xfrm>
        </p:grpSpPr>
        <p:sp>
          <p:nvSpPr>
            <p:cNvPr id="224" name="Google Shape;224;p34"/>
            <p:cNvSpPr/>
            <p:nvPr/>
          </p:nvSpPr>
          <p:spPr>
            <a:xfrm rot="-1013820" flipH="1">
              <a:off x="7267339" y="2495572"/>
              <a:ext cx="118829" cy="137513"/>
            </a:xfrm>
            <a:custGeom>
              <a:avLst/>
              <a:gdLst/>
              <a:ahLst/>
              <a:cxnLst/>
              <a:rect l="l" t="t" r="r" b="b"/>
              <a:pathLst>
                <a:path w="636" h="736" extrusionOk="0">
                  <a:moveTo>
                    <a:pt x="290" y="1"/>
                  </a:moveTo>
                  <a:lnTo>
                    <a:pt x="1" y="591"/>
                  </a:lnTo>
                  <a:lnTo>
                    <a:pt x="235" y="736"/>
                  </a:lnTo>
                  <a:lnTo>
                    <a:pt x="636" y="134"/>
                  </a:lnTo>
                  <a:cubicBezTo>
                    <a:pt x="636" y="134"/>
                    <a:pt x="580" y="1"/>
                    <a:pt x="290"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4"/>
            <p:cNvSpPr/>
            <p:nvPr/>
          </p:nvSpPr>
          <p:spPr>
            <a:xfrm rot="-1013820" flipH="1">
              <a:off x="7078965" y="2668303"/>
              <a:ext cx="116587" cy="127050"/>
            </a:xfrm>
            <a:custGeom>
              <a:avLst/>
              <a:gdLst/>
              <a:ahLst/>
              <a:cxnLst/>
              <a:rect l="l" t="t" r="r" b="b"/>
              <a:pathLst>
                <a:path w="624" h="680" extrusionOk="0">
                  <a:moveTo>
                    <a:pt x="334" y="0"/>
                  </a:moveTo>
                  <a:lnTo>
                    <a:pt x="0" y="546"/>
                  </a:lnTo>
                  <a:lnTo>
                    <a:pt x="156" y="680"/>
                  </a:lnTo>
                  <a:lnTo>
                    <a:pt x="624" y="145"/>
                  </a:lnTo>
                  <a:cubicBezTo>
                    <a:pt x="535" y="22"/>
                    <a:pt x="334" y="0"/>
                    <a:pt x="334" y="0"/>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4"/>
            <p:cNvSpPr/>
            <p:nvPr/>
          </p:nvSpPr>
          <p:spPr>
            <a:xfrm rot="-1013820" flipH="1">
              <a:off x="6804389" y="2851239"/>
              <a:ext cx="129105" cy="200104"/>
            </a:xfrm>
            <a:custGeom>
              <a:avLst/>
              <a:gdLst/>
              <a:ahLst/>
              <a:cxnLst/>
              <a:rect l="l" t="t" r="r" b="b"/>
              <a:pathLst>
                <a:path w="691" h="1071" extrusionOk="0">
                  <a:moveTo>
                    <a:pt x="403" y="0"/>
                  </a:moveTo>
                  <a:cubicBezTo>
                    <a:pt x="388" y="0"/>
                    <a:pt x="379" y="2"/>
                    <a:pt x="379" y="2"/>
                  </a:cubicBezTo>
                  <a:lnTo>
                    <a:pt x="0" y="960"/>
                  </a:lnTo>
                  <a:lnTo>
                    <a:pt x="312" y="1071"/>
                  </a:lnTo>
                  <a:lnTo>
                    <a:pt x="691" y="135"/>
                  </a:lnTo>
                  <a:cubicBezTo>
                    <a:pt x="587" y="14"/>
                    <a:pt x="456" y="0"/>
                    <a:pt x="403" y="0"/>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4"/>
            <p:cNvSpPr/>
            <p:nvPr/>
          </p:nvSpPr>
          <p:spPr>
            <a:xfrm rot="-1013820" flipH="1">
              <a:off x="6101783" y="2940292"/>
              <a:ext cx="836850" cy="403945"/>
            </a:xfrm>
            <a:custGeom>
              <a:avLst/>
              <a:gdLst/>
              <a:ahLst/>
              <a:cxnLst/>
              <a:rect l="l" t="t" r="r" b="b"/>
              <a:pathLst>
                <a:path w="4479" h="2162" extrusionOk="0">
                  <a:moveTo>
                    <a:pt x="2563" y="446"/>
                  </a:moveTo>
                  <a:cubicBezTo>
                    <a:pt x="2563" y="446"/>
                    <a:pt x="769" y="0"/>
                    <a:pt x="435" y="178"/>
                  </a:cubicBezTo>
                  <a:cubicBezTo>
                    <a:pt x="435" y="178"/>
                    <a:pt x="1" y="1136"/>
                    <a:pt x="23" y="1147"/>
                  </a:cubicBezTo>
                  <a:cubicBezTo>
                    <a:pt x="45" y="1159"/>
                    <a:pt x="1326" y="2161"/>
                    <a:pt x="2897" y="1381"/>
                  </a:cubicBezTo>
                  <a:cubicBezTo>
                    <a:pt x="4478" y="591"/>
                    <a:pt x="2663" y="468"/>
                    <a:pt x="2563" y="446"/>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4"/>
            <p:cNvSpPr/>
            <p:nvPr/>
          </p:nvSpPr>
          <p:spPr>
            <a:xfrm rot="-1013820" flipH="1">
              <a:off x="6825790" y="2722235"/>
              <a:ext cx="374985" cy="277082"/>
            </a:xfrm>
            <a:custGeom>
              <a:avLst/>
              <a:gdLst/>
              <a:ahLst/>
              <a:cxnLst/>
              <a:rect l="l" t="t" r="r" b="b"/>
              <a:pathLst>
                <a:path w="2007" h="1483" extrusionOk="0">
                  <a:moveTo>
                    <a:pt x="391" y="1"/>
                  </a:moveTo>
                  <a:cubicBezTo>
                    <a:pt x="391" y="1"/>
                    <a:pt x="1694" y="224"/>
                    <a:pt x="2006" y="447"/>
                  </a:cubicBezTo>
                  <a:cubicBezTo>
                    <a:pt x="2006" y="447"/>
                    <a:pt x="1638" y="1338"/>
                    <a:pt x="1538" y="1405"/>
                  </a:cubicBezTo>
                  <a:cubicBezTo>
                    <a:pt x="1438" y="1482"/>
                    <a:pt x="23" y="859"/>
                    <a:pt x="1" y="636"/>
                  </a:cubicBezTo>
                  <a:cubicBezTo>
                    <a:pt x="1" y="502"/>
                    <a:pt x="391" y="1"/>
                    <a:pt x="391" y="1"/>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4"/>
            <p:cNvSpPr/>
            <p:nvPr/>
          </p:nvSpPr>
          <p:spPr>
            <a:xfrm rot="-1013820" flipH="1">
              <a:off x="7102930" y="2542199"/>
              <a:ext cx="264377" cy="200104"/>
            </a:xfrm>
            <a:custGeom>
              <a:avLst/>
              <a:gdLst/>
              <a:ahLst/>
              <a:cxnLst/>
              <a:rect l="l" t="t" r="r" b="b"/>
              <a:pathLst>
                <a:path w="1415" h="1071" extrusionOk="0">
                  <a:moveTo>
                    <a:pt x="1415" y="491"/>
                  </a:moveTo>
                  <a:cubicBezTo>
                    <a:pt x="1415" y="491"/>
                    <a:pt x="1014" y="112"/>
                    <a:pt x="390" y="1"/>
                  </a:cubicBezTo>
                  <a:cubicBezTo>
                    <a:pt x="390" y="1"/>
                    <a:pt x="56" y="402"/>
                    <a:pt x="0" y="625"/>
                  </a:cubicBezTo>
                  <a:cubicBezTo>
                    <a:pt x="0" y="625"/>
                    <a:pt x="535" y="1003"/>
                    <a:pt x="1058" y="1070"/>
                  </a:cubicBezTo>
                  <a:cubicBezTo>
                    <a:pt x="1058" y="1070"/>
                    <a:pt x="1304" y="825"/>
                    <a:pt x="1415" y="491"/>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4"/>
            <p:cNvSpPr/>
            <p:nvPr/>
          </p:nvSpPr>
          <p:spPr>
            <a:xfrm rot="-1013820" flipH="1">
              <a:off x="7279826" y="2264520"/>
              <a:ext cx="449720" cy="289413"/>
            </a:xfrm>
            <a:custGeom>
              <a:avLst/>
              <a:gdLst/>
              <a:ahLst/>
              <a:cxnLst/>
              <a:rect l="l" t="t" r="r" b="b"/>
              <a:pathLst>
                <a:path w="2407" h="1549" extrusionOk="0">
                  <a:moveTo>
                    <a:pt x="2395" y="936"/>
                  </a:moveTo>
                  <a:cubicBezTo>
                    <a:pt x="2395" y="936"/>
                    <a:pt x="1315" y="145"/>
                    <a:pt x="658" y="78"/>
                  </a:cubicBezTo>
                  <a:cubicBezTo>
                    <a:pt x="0" y="0"/>
                    <a:pt x="268" y="691"/>
                    <a:pt x="1148" y="1081"/>
                  </a:cubicBezTo>
                  <a:cubicBezTo>
                    <a:pt x="2016" y="1471"/>
                    <a:pt x="1894" y="1482"/>
                    <a:pt x="2094" y="1549"/>
                  </a:cubicBezTo>
                  <a:cubicBezTo>
                    <a:pt x="2094" y="1549"/>
                    <a:pt x="2406" y="1103"/>
                    <a:pt x="2395" y="936"/>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 name="Google Shape;231;p34"/>
            <p:cNvSpPr/>
            <p:nvPr/>
          </p:nvSpPr>
          <p:spPr>
            <a:xfrm rot="-1013820" flipH="1">
              <a:off x="7510819" y="2421583"/>
              <a:ext cx="141810" cy="195807"/>
            </a:xfrm>
            <a:custGeom>
              <a:avLst/>
              <a:gdLst/>
              <a:ahLst/>
              <a:cxnLst/>
              <a:rect l="l" t="t" r="r" b="b"/>
              <a:pathLst>
                <a:path w="759" h="1048" extrusionOk="0">
                  <a:moveTo>
                    <a:pt x="524" y="1"/>
                  </a:moveTo>
                  <a:lnTo>
                    <a:pt x="1" y="847"/>
                  </a:lnTo>
                  <a:lnTo>
                    <a:pt x="212" y="1048"/>
                  </a:lnTo>
                  <a:lnTo>
                    <a:pt x="758" y="157"/>
                  </a:lnTo>
                  <a:cubicBezTo>
                    <a:pt x="714" y="23"/>
                    <a:pt x="524" y="1"/>
                    <a:pt x="524"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4"/>
            <p:cNvSpPr/>
            <p:nvPr/>
          </p:nvSpPr>
          <p:spPr>
            <a:xfrm rot="-1013820" flipH="1">
              <a:off x="7257964" y="2679980"/>
              <a:ext cx="168715" cy="229251"/>
            </a:xfrm>
            <a:custGeom>
              <a:avLst/>
              <a:gdLst/>
              <a:ahLst/>
              <a:cxnLst/>
              <a:rect l="l" t="t" r="r" b="b"/>
              <a:pathLst>
                <a:path w="903" h="1227" extrusionOk="0">
                  <a:moveTo>
                    <a:pt x="652" y="1"/>
                  </a:moveTo>
                  <a:cubicBezTo>
                    <a:pt x="649" y="1"/>
                    <a:pt x="647" y="1"/>
                    <a:pt x="647" y="1"/>
                  </a:cubicBezTo>
                  <a:lnTo>
                    <a:pt x="1" y="1003"/>
                  </a:lnTo>
                  <a:lnTo>
                    <a:pt x="201" y="1226"/>
                  </a:lnTo>
                  <a:lnTo>
                    <a:pt x="903" y="168"/>
                  </a:lnTo>
                  <a:cubicBezTo>
                    <a:pt x="814" y="9"/>
                    <a:pt x="681" y="1"/>
                    <a:pt x="652"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4"/>
            <p:cNvSpPr/>
            <p:nvPr/>
          </p:nvSpPr>
          <p:spPr>
            <a:xfrm rot="-1013820" flipH="1">
              <a:off x="7006222" y="2876810"/>
              <a:ext cx="185531" cy="181233"/>
            </a:xfrm>
            <a:custGeom>
              <a:avLst/>
              <a:gdLst/>
              <a:ahLst/>
              <a:cxnLst/>
              <a:rect l="l" t="t" r="r" b="b"/>
              <a:pathLst>
                <a:path w="993" h="970" extrusionOk="0">
                  <a:moveTo>
                    <a:pt x="770" y="1"/>
                  </a:moveTo>
                  <a:lnTo>
                    <a:pt x="1" y="870"/>
                  </a:lnTo>
                  <a:lnTo>
                    <a:pt x="257" y="970"/>
                  </a:lnTo>
                  <a:lnTo>
                    <a:pt x="992" y="157"/>
                  </a:lnTo>
                  <a:cubicBezTo>
                    <a:pt x="981" y="45"/>
                    <a:pt x="770" y="1"/>
                    <a:pt x="770"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4"/>
            <p:cNvSpPr/>
            <p:nvPr/>
          </p:nvSpPr>
          <p:spPr>
            <a:xfrm rot="-1013820" flipH="1">
              <a:off x="6685392" y="2949641"/>
              <a:ext cx="491385" cy="283247"/>
            </a:xfrm>
            <a:custGeom>
              <a:avLst/>
              <a:gdLst/>
              <a:ahLst/>
              <a:cxnLst/>
              <a:rect l="l" t="t" r="r" b="b"/>
              <a:pathLst>
                <a:path w="2630" h="1516" extrusionOk="0">
                  <a:moveTo>
                    <a:pt x="2529" y="903"/>
                  </a:moveTo>
                  <a:cubicBezTo>
                    <a:pt x="2529" y="903"/>
                    <a:pt x="903" y="12"/>
                    <a:pt x="725" y="1"/>
                  </a:cubicBezTo>
                  <a:cubicBezTo>
                    <a:pt x="725" y="1"/>
                    <a:pt x="246" y="491"/>
                    <a:pt x="1" y="847"/>
                  </a:cubicBezTo>
                  <a:cubicBezTo>
                    <a:pt x="1" y="847"/>
                    <a:pt x="2006" y="1516"/>
                    <a:pt x="2050" y="1482"/>
                  </a:cubicBezTo>
                  <a:cubicBezTo>
                    <a:pt x="2095" y="1449"/>
                    <a:pt x="2630" y="1037"/>
                    <a:pt x="2529" y="903"/>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4"/>
            <p:cNvSpPr/>
            <p:nvPr/>
          </p:nvSpPr>
          <p:spPr>
            <a:xfrm rot="-1013820" flipH="1">
              <a:off x="7016700" y="2738022"/>
              <a:ext cx="389372" cy="268674"/>
            </a:xfrm>
            <a:custGeom>
              <a:avLst/>
              <a:gdLst/>
              <a:ahLst/>
              <a:cxnLst/>
              <a:rect l="l" t="t" r="r" b="b"/>
              <a:pathLst>
                <a:path w="2084" h="1438" extrusionOk="0">
                  <a:moveTo>
                    <a:pt x="2083" y="558"/>
                  </a:moveTo>
                  <a:cubicBezTo>
                    <a:pt x="2083" y="558"/>
                    <a:pt x="1548" y="201"/>
                    <a:pt x="657" y="1"/>
                  </a:cubicBezTo>
                  <a:cubicBezTo>
                    <a:pt x="657" y="1"/>
                    <a:pt x="189" y="691"/>
                    <a:pt x="0" y="1037"/>
                  </a:cubicBezTo>
                  <a:cubicBezTo>
                    <a:pt x="0" y="1037"/>
                    <a:pt x="668" y="1382"/>
                    <a:pt x="1314" y="1438"/>
                  </a:cubicBezTo>
                  <a:cubicBezTo>
                    <a:pt x="1314" y="1438"/>
                    <a:pt x="1972" y="803"/>
                    <a:pt x="2083" y="558"/>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4"/>
            <p:cNvSpPr/>
            <p:nvPr/>
          </p:nvSpPr>
          <p:spPr>
            <a:xfrm rot="-1013820" flipH="1">
              <a:off x="7506272" y="2180935"/>
              <a:ext cx="512124" cy="347893"/>
            </a:xfrm>
            <a:custGeom>
              <a:avLst/>
              <a:gdLst/>
              <a:ahLst/>
              <a:cxnLst/>
              <a:rect l="l" t="t" r="r" b="b"/>
              <a:pathLst>
                <a:path w="2741" h="1862" extrusionOk="0">
                  <a:moveTo>
                    <a:pt x="2741" y="981"/>
                  </a:moveTo>
                  <a:cubicBezTo>
                    <a:pt x="2741" y="981"/>
                    <a:pt x="1048" y="168"/>
                    <a:pt x="691" y="90"/>
                  </a:cubicBezTo>
                  <a:cubicBezTo>
                    <a:pt x="335" y="1"/>
                    <a:pt x="1" y="391"/>
                    <a:pt x="424" y="847"/>
                  </a:cubicBezTo>
                  <a:cubicBezTo>
                    <a:pt x="858" y="1304"/>
                    <a:pt x="2217" y="1861"/>
                    <a:pt x="2217" y="1861"/>
                  </a:cubicBezTo>
                  <a:cubicBezTo>
                    <a:pt x="2217" y="1861"/>
                    <a:pt x="2674" y="1215"/>
                    <a:pt x="2741" y="981"/>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4"/>
            <p:cNvSpPr/>
            <p:nvPr/>
          </p:nvSpPr>
          <p:spPr>
            <a:xfrm rot="-1013820" flipH="1">
              <a:off x="7261286" y="2484207"/>
              <a:ext cx="395724" cy="351817"/>
            </a:xfrm>
            <a:custGeom>
              <a:avLst/>
              <a:gdLst/>
              <a:ahLst/>
              <a:cxnLst/>
              <a:rect l="l" t="t" r="r" b="b"/>
              <a:pathLst>
                <a:path w="2118" h="1883" extrusionOk="0">
                  <a:moveTo>
                    <a:pt x="2117" y="847"/>
                  </a:moveTo>
                  <a:cubicBezTo>
                    <a:pt x="2117" y="847"/>
                    <a:pt x="1315" y="156"/>
                    <a:pt x="569" y="0"/>
                  </a:cubicBezTo>
                  <a:cubicBezTo>
                    <a:pt x="569" y="0"/>
                    <a:pt x="246" y="357"/>
                    <a:pt x="1" y="891"/>
                  </a:cubicBezTo>
                  <a:cubicBezTo>
                    <a:pt x="1" y="891"/>
                    <a:pt x="580" y="1370"/>
                    <a:pt x="1460" y="1883"/>
                  </a:cubicBezTo>
                  <a:cubicBezTo>
                    <a:pt x="1460" y="1883"/>
                    <a:pt x="1973" y="1304"/>
                    <a:pt x="2117" y="847"/>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rot="-1013820" flipH="1">
              <a:off x="6839467" y="3142832"/>
              <a:ext cx="351817" cy="244198"/>
            </a:xfrm>
            <a:custGeom>
              <a:avLst/>
              <a:gdLst/>
              <a:ahLst/>
              <a:cxnLst/>
              <a:rect l="l" t="t" r="r" b="b"/>
              <a:pathLst>
                <a:path w="1883" h="1307" extrusionOk="0">
                  <a:moveTo>
                    <a:pt x="680" y="1"/>
                  </a:moveTo>
                  <a:lnTo>
                    <a:pt x="0" y="992"/>
                  </a:lnTo>
                  <a:cubicBezTo>
                    <a:pt x="0" y="992"/>
                    <a:pt x="234" y="1306"/>
                    <a:pt x="853" y="1306"/>
                  </a:cubicBezTo>
                  <a:cubicBezTo>
                    <a:pt x="924" y="1306"/>
                    <a:pt x="1000" y="1302"/>
                    <a:pt x="1081" y="1293"/>
                  </a:cubicBezTo>
                  <a:cubicBezTo>
                    <a:pt x="1883" y="1204"/>
                    <a:pt x="1326" y="213"/>
                    <a:pt x="1326" y="213"/>
                  </a:cubicBezTo>
                  <a:lnTo>
                    <a:pt x="680" y="1"/>
                  </a:ln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rot="-1013820" flipH="1">
              <a:off x="7713431" y="2468133"/>
              <a:ext cx="162550" cy="201972"/>
            </a:xfrm>
            <a:custGeom>
              <a:avLst/>
              <a:gdLst/>
              <a:ahLst/>
              <a:cxnLst/>
              <a:rect l="l" t="t" r="r" b="b"/>
              <a:pathLst>
                <a:path w="870" h="1081" extrusionOk="0">
                  <a:moveTo>
                    <a:pt x="557" y="0"/>
                  </a:moveTo>
                  <a:lnTo>
                    <a:pt x="0" y="880"/>
                  </a:lnTo>
                  <a:cubicBezTo>
                    <a:pt x="56" y="1058"/>
                    <a:pt x="246" y="1080"/>
                    <a:pt x="246" y="1080"/>
                  </a:cubicBezTo>
                  <a:lnTo>
                    <a:pt x="869" y="156"/>
                  </a:lnTo>
                  <a:cubicBezTo>
                    <a:pt x="736" y="11"/>
                    <a:pt x="557" y="0"/>
                    <a:pt x="557" y="0"/>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rot="-1013820" flipH="1">
              <a:off x="7400160" y="2821586"/>
              <a:ext cx="162363" cy="181233"/>
            </a:xfrm>
            <a:custGeom>
              <a:avLst/>
              <a:gdLst/>
              <a:ahLst/>
              <a:cxnLst/>
              <a:rect l="l" t="t" r="r" b="b"/>
              <a:pathLst>
                <a:path w="869" h="970" extrusionOk="0">
                  <a:moveTo>
                    <a:pt x="602" y="1"/>
                  </a:moveTo>
                  <a:lnTo>
                    <a:pt x="0" y="725"/>
                  </a:lnTo>
                  <a:cubicBezTo>
                    <a:pt x="0" y="881"/>
                    <a:pt x="256" y="970"/>
                    <a:pt x="256" y="970"/>
                  </a:cubicBezTo>
                  <a:lnTo>
                    <a:pt x="869" y="190"/>
                  </a:lnTo>
                  <a:cubicBezTo>
                    <a:pt x="824" y="23"/>
                    <a:pt x="602" y="1"/>
                    <a:pt x="602"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rot="-1013820" flipH="1">
              <a:off x="7015657" y="2909589"/>
              <a:ext cx="551734" cy="366390"/>
            </a:xfrm>
            <a:custGeom>
              <a:avLst/>
              <a:gdLst/>
              <a:ahLst/>
              <a:cxnLst/>
              <a:rect l="l" t="t" r="r" b="b"/>
              <a:pathLst>
                <a:path w="2953" h="1961" extrusionOk="0">
                  <a:moveTo>
                    <a:pt x="2953" y="780"/>
                  </a:moveTo>
                  <a:cubicBezTo>
                    <a:pt x="2953" y="780"/>
                    <a:pt x="1081" y="134"/>
                    <a:pt x="636" y="0"/>
                  </a:cubicBezTo>
                  <a:cubicBezTo>
                    <a:pt x="636" y="0"/>
                    <a:pt x="146" y="557"/>
                    <a:pt x="1" y="813"/>
                  </a:cubicBezTo>
                  <a:cubicBezTo>
                    <a:pt x="1" y="813"/>
                    <a:pt x="1616" y="1961"/>
                    <a:pt x="2206" y="1927"/>
                  </a:cubicBezTo>
                  <a:cubicBezTo>
                    <a:pt x="2797" y="1905"/>
                    <a:pt x="2897" y="1203"/>
                    <a:pt x="2953" y="780"/>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rot="-1013820" flipH="1">
              <a:off x="7070517" y="2984584"/>
              <a:ext cx="508014" cy="283247"/>
            </a:xfrm>
            <a:custGeom>
              <a:avLst/>
              <a:gdLst/>
              <a:ahLst/>
              <a:cxnLst/>
              <a:rect l="l" t="t" r="r" b="b"/>
              <a:pathLst>
                <a:path w="2719" h="1516" extrusionOk="0">
                  <a:moveTo>
                    <a:pt x="1861" y="1059"/>
                  </a:moveTo>
                  <a:cubicBezTo>
                    <a:pt x="1527" y="903"/>
                    <a:pt x="1137" y="792"/>
                    <a:pt x="836" y="558"/>
                  </a:cubicBezTo>
                  <a:cubicBezTo>
                    <a:pt x="625" y="391"/>
                    <a:pt x="435" y="201"/>
                    <a:pt x="257" y="1"/>
                  </a:cubicBezTo>
                  <a:cubicBezTo>
                    <a:pt x="157" y="134"/>
                    <a:pt x="45" y="268"/>
                    <a:pt x="1" y="368"/>
                  </a:cubicBezTo>
                  <a:cubicBezTo>
                    <a:pt x="1" y="368"/>
                    <a:pt x="1616" y="1516"/>
                    <a:pt x="2206" y="1482"/>
                  </a:cubicBezTo>
                  <a:cubicBezTo>
                    <a:pt x="2451" y="1471"/>
                    <a:pt x="2607" y="1349"/>
                    <a:pt x="2719" y="1170"/>
                  </a:cubicBezTo>
                  <a:cubicBezTo>
                    <a:pt x="2451" y="1237"/>
                    <a:pt x="2140" y="1193"/>
                    <a:pt x="1861" y="1059"/>
                  </a:cubicBezTo>
                  <a:close/>
                </a:path>
              </a:pathLst>
            </a:custGeom>
            <a:gradFill>
              <a:gsLst>
                <a:gs pos="0">
                  <a:schemeClr val="lt1">
                    <a:alpha val="48370"/>
                  </a:schemeClr>
                </a:gs>
                <a:gs pos="100000">
                  <a:schemeClr val="lt2">
                    <a:alpha val="48370"/>
                  </a:schemeClr>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rot="-1013820" flipH="1">
              <a:off x="7405027" y="2549700"/>
              <a:ext cx="466349" cy="368632"/>
            </a:xfrm>
            <a:custGeom>
              <a:avLst/>
              <a:gdLst/>
              <a:ahLst/>
              <a:cxnLst/>
              <a:rect l="l" t="t" r="r" b="b"/>
              <a:pathLst>
                <a:path w="2496" h="1973" extrusionOk="0">
                  <a:moveTo>
                    <a:pt x="2496" y="1171"/>
                  </a:moveTo>
                  <a:cubicBezTo>
                    <a:pt x="2496" y="1171"/>
                    <a:pt x="1716" y="491"/>
                    <a:pt x="624" y="1"/>
                  </a:cubicBezTo>
                  <a:cubicBezTo>
                    <a:pt x="624" y="1"/>
                    <a:pt x="201" y="435"/>
                    <a:pt x="1" y="925"/>
                  </a:cubicBezTo>
                  <a:cubicBezTo>
                    <a:pt x="1" y="925"/>
                    <a:pt x="970" y="1739"/>
                    <a:pt x="1916" y="1973"/>
                  </a:cubicBezTo>
                  <a:cubicBezTo>
                    <a:pt x="1916" y="1973"/>
                    <a:pt x="2407" y="1449"/>
                    <a:pt x="2496" y="1171"/>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rot="-1013820" flipH="1">
              <a:off x="7498401" y="2646252"/>
              <a:ext cx="387316" cy="258211"/>
            </a:xfrm>
            <a:custGeom>
              <a:avLst/>
              <a:gdLst/>
              <a:ahLst/>
              <a:cxnLst/>
              <a:rect l="l" t="t" r="r" b="b"/>
              <a:pathLst>
                <a:path w="2073" h="1382" extrusionOk="0">
                  <a:moveTo>
                    <a:pt x="179" y="0"/>
                  </a:moveTo>
                  <a:cubicBezTo>
                    <a:pt x="112" y="101"/>
                    <a:pt x="45" y="212"/>
                    <a:pt x="1" y="334"/>
                  </a:cubicBezTo>
                  <a:cubicBezTo>
                    <a:pt x="1" y="334"/>
                    <a:pt x="970" y="1148"/>
                    <a:pt x="1916" y="1382"/>
                  </a:cubicBezTo>
                  <a:cubicBezTo>
                    <a:pt x="1916" y="1382"/>
                    <a:pt x="1983" y="1315"/>
                    <a:pt x="2072" y="1214"/>
                  </a:cubicBezTo>
                  <a:cubicBezTo>
                    <a:pt x="1983" y="1203"/>
                    <a:pt x="958" y="936"/>
                    <a:pt x="179" y="0"/>
                  </a:cubicBezTo>
                  <a:close/>
                </a:path>
              </a:pathLst>
            </a:custGeom>
            <a:gradFill>
              <a:gsLst>
                <a:gs pos="0">
                  <a:schemeClr val="lt1">
                    <a:alpha val="48370"/>
                  </a:schemeClr>
                </a:gs>
                <a:gs pos="100000">
                  <a:schemeClr val="lt2">
                    <a:alpha val="48370"/>
                  </a:schemeClr>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rot="-1013820" flipH="1">
              <a:off x="7723525" y="2262490"/>
              <a:ext cx="651693" cy="306228"/>
            </a:xfrm>
            <a:custGeom>
              <a:avLst/>
              <a:gdLst/>
              <a:ahLst/>
              <a:cxnLst/>
              <a:rect l="l" t="t" r="r" b="b"/>
              <a:pathLst>
                <a:path w="3488" h="1639" extrusionOk="0">
                  <a:moveTo>
                    <a:pt x="3487" y="680"/>
                  </a:moveTo>
                  <a:cubicBezTo>
                    <a:pt x="3487" y="680"/>
                    <a:pt x="2864" y="1"/>
                    <a:pt x="1438" y="23"/>
                  </a:cubicBezTo>
                  <a:cubicBezTo>
                    <a:pt x="1" y="34"/>
                    <a:pt x="101" y="680"/>
                    <a:pt x="736" y="981"/>
                  </a:cubicBezTo>
                  <a:cubicBezTo>
                    <a:pt x="1371" y="1282"/>
                    <a:pt x="2563" y="1594"/>
                    <a:pt x="2897" y="1638"/>
                  </a:cubicBezTo>
                  <a:cubicBezTo>
                    <a:pt x="2897" y="1638"/>
                    <a:pt x="3476" y="825"/>
                    <a:pt x="3487" y="680"/>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4"/>
            <p:cNvSpPr/>
            <p:nvPr/>
          </p:nvSpPr>
          <p:spPr>
            <a:xfrm rot="-1013820" flipH="1">
              <a:off x="7799335" y="2323814"/>
              <a:ext cx="545382" cy="239527"/>
            </a:xfrm>
            <a:custGeom>
              <a:avLst/>
              <a:gdLst/>
              <a:ahLst/>
              <a:cxnLst/>
              <a:rect l="l" t="t" r="r" b="b"/>
              <a:pathLst>
                <a:path w="2919" h="1282" extrusionOk="0">
                  <a:moveTo>
                    <a:pt x="1137" y="590"/>
                  </a:moveTo>
                  <a:cubicBezTo>
                    <a:pt x="769" y="435"/>
                    <a:pt x="402" y="267"/>
                    <a:pt x="123" y="0"/>
                  </a:cubicBezTo>
                  <a:cubicBezTo>
                    <a:pt x="1" y="201"/>
                    <a:pt x="179" y="468"/>
                    <a:pt x="524" y="624"/>
                  </a:cubicBezTo>
                  <a:cubicBezTo>
                    <a:pt x="1159" y="925"/>
                    <a:pt x="2351" y="1237"/>
                    <a:pt x="2685" y="1281"/>
                  </a:cubicBezTo>
                  <a:cubicBezTo>
                    <a:pt x="2685" y="1281"/>
                    <a:pt x="2796" y="1125"/>
                    <a:pt x="2919" y="947"/>
                  </a:cubicBezTo>
                  <a:cubicBezTo>
                    <a:pt x="2317" y="958"/>
                    <a:pt x="1660" y="802"/>
                    <a:pt x="1137" y="590"/>
                  </a:cubicBezTo>
                  <a:close/>
                </a:path>
              </a:pathLst>
            </a:custGeom>
            <a:gradFill>
              <a:gsLst>
                <a:gs pos="0">
                  <a:schemeClr val="lt1">
                    <a:alpha val="48370"/>
                  </a:schemeClr>
                </a:gs>
                <a:gs pos="100000">
                  <a:schemeClr val="lt2">
                    <a:alpha val="48370"/>
                  </a:schemeClr>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4"/>
            <p:cNvSpPr/>
            <p:nvPr/>
          </p:nvSpPr>
          <p:spPr>
            <a:xfrm rot="-1013820" flipH="1">
              <a:off x="4664893" y="3790666"/>
              <a:ext cx="1390452" cy="1176149"/>
            </a:xfrm>
            <a:custGeom>
              <a:avLst/>
              <a:gdLst/>
              <a:ahLst/>
              <a:cxnLst/>
              <a:rect l="l" t="t" r="r" b="b"/>
              <a:pathLst>
                <a:path w="7442" h="6295" extrusionOk="0">
                  <a:moveTo>
                    <a:pt x="7441" y="4044"/>
                  </a:moveTo>
                  <a:cubicBezTo>
                    <a:pt x="7441" y="4044"/>
                    <a:pt x="3364" y="2752"/>
                    <a:pt x="1627" y="1"/>
                  </a:cubicBezTo>
                  <a:lnTo>
                    <a:pt x="0" y="1081"/>
                  </a:lnTo>
                  <a:cubicBezTo>
                    <a:pt x="0" y="1081"/>
                    <a:pt x="2317" y="4902"/>
                    <a:pt x="2974" y="6294"/>
                  </a:cubicBezTo>
                  <a:cubicBezTo>
                    <a:pt x="2974" y="6294"/>
                    <a:pt x="5659" y="6083"/>
                    <a:pt x="7441" y="4044"/>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4"/>
            <p:cNvSpPr/>
            <p:nvPr/>
          </p:nvSpPr>
          <p:spPr>
            <a:xfrm rot="-1013820" flipH="1">
              <a:off x="5027196" y="3888939"/>
              <a:ext cx="1042746" cy="1024062"/>
            </a:xfrm>
            <a:custGeom>
              <a:avLst/>
              <a:gdLst/>
              <a:ahLst/>
              <a:cxnLst/>
              <a:rect l="l" t="t" r="r" b="b"/>
              <a:pathLst>
                <a:path w="5581" h="5481" extrusionOk="0">
                  <a:moveTo>
                    <a:pt x="3721" y="3999"/>
                  </a:moveTo>
                  <a:cubicBezTo>
                    <a:pt x="2351" y="2996"/>
                    <a:pt x="1058" y="1593"/>
                    <a:pt x="390" y="0"/>
                  </a:cubicBezTo>
                  <a:lnTo>
                    <a:pt x="0" y="267"/>
                  </a:lnTo>
                  <a:cubicBezTo>
                    <a:pt x="0" y="267"/>
                    <a:pt x="2317" y="4088"/>
                    <a:pt x="2974" y="5480"/>
                  </a:cubicBezTo>
                  <a:cubicBezTo>
                    <a:pt x="2974" y="5480"/>
                    <a:pt x="4222" y="5380"/>
                    <a:pt x="5581" y="4678"/>
                  </a:cubicBezTo>
                  <a:cubicBezTo>
                    <a:pt x="4946" y="4645"/>
                    <a:pt x="4333" y="4444"/>
                    <a:pt x="3721" y="3999"/>
                  </a:cubicBezTo>
                  <a:close/>
                </a:path>
              </a:pathLst>
            </a:custGeom>
            <a:gradFill>
              <a:gsLst>
                <a:gs pos="0">
                  <a:schemeClr val="lt1">
                    <a:alpha val="48370"/>
                  </a:schemeClr>
                </a:gs>
                <a:gs pos="100000">
                  <a:schemeClr val="lt2">
                    <a:alpha val="48370"/>
                  </a:schemeClr>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4"/>
            <p:cNvSpPr/>
            <p:nvPr/>
          </p:nvSpPr>
          <p:spPr>
            <a:xfrm rot="-1013820" flipH="1">
              <a:off x="4844400" y="3868843"/>
              <a:ext cx="1065914" cy="917938"/>
            </a:xfrm>
            <a:custGeom>
              <a:avLst/>
              <a:gdLst/>
              <a:ahLst/>
              <a:cxnLst/>
              <a:rect l="l" t="t" r="r" b="b"/>
              <a:pathLst>
                <a:path w="5705" h="4913" extrusionOk="0">
                  <a:moveTo>
                    <a:pt x="235" y="1"/>
                  </a:moveTo>
                  <a:lnTo>
                    <a:pt x="1" y="157"/>
                  </a:lnTo>
                  <a:cubicBezTo>
                    <a:pt x="458" y="947"/>
                    <a:pt x="1237" y="1683"/>
                    <a:pt x="1817" y="2306"/>
                  </a:cubicBezTo>
                  <a:cubicBezTo>
                    <a:pt x="2552" y="3097"/>
                    <a:pt x="3354" y="3821"/>
                    <a:pt x="4256" y="4400"/>
                  </a:cubicBezTo>
                  <a:cubicBezTo>
                    <a:pt x="4468" y="4534"/>
                    <a:pt x="4791" y="4701"/>
                    <a:pt x="5092" y="4913"/>
                  </a:cubicBezTo>
                  <a:cubicBezTo>
                    <a:pt x="5292" y="4801"/>
                    <a:pt x="5504" y="4668"/>
                    <a:pt x="5704" y="4523"/>
                  </a:cubicBezTo>
                  <a:cubicBezTo>
                    <a:pt x="4423" y="4011"/>
                    <a:pt x="2752" y="2785"/>
                    <a:pt x="2162" y="2184"/>
                  </a:cubicBezTo>
                  <a:cubicBezTo>
                    <a:pt x="1494" y="1493"/>
                    <a:pt x="792" y="814"/>
                    <a:pt x="235"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4"/>
            <p:cNvSpPr/>
            <p:nvPr/>
          </p:nvSpPr>
          <p:spPr>
            <a:xfrm rot="-1013820" flipH="1">
              <a:off x="5564249" y="2886753"/>
              <a:ext cx="1511150" cy="924103"/>
            </a:xfrm>
            <a:custGeom>
              <a:avLst/>
              <a:gdLst/>
              <a:ahLst/>
              <a:cxnLst/>
              <a:rect l="l" t="t" r="r" b="b"/>
              <a:pathLst>
                <a:path w="8088" h="4946" extrusionOk="0">
                  <a:moveTo>
                    <a:pt x="8088" y="2551"/>
                  </a:moveTo>
                  <a:cubicBezTo>
                    <a:pt x="8088" y="2551"/>
                    <a:pt x="7130" y="1092"/>
                    <a:pt x="6695" y="546"/>
                  </a:cubicBezTo>
                  <a:cubicBezTo>
                    <a:pt x="6261" y="0"/>
                    <a:pt x="2819" y="1571"/>
                    <a:pt x="2819" y="1571"/>
                  </a:cubicBezTo>
                  <a:cubicBezTo>
                    <a:pt x="2819" y="1571"/>
                    <a:pt x="346" y="2306"/>
                    <a:pt x="268" y="2540"/>
                  </a:cubicBezTo>
                  <a:cubicBezTo>
                    <a:pt x="201" y="2763"/>
                    <a:pt x="1" y="3709"/>
                    <a:pt x="513" y="4032"/>
                  </a:cubicBezTo>
                  <a:cubicBezTo>
                    <a:pt x="1037" y="4367"/>
                    <a:pt x="5871" y="4879"/>
                    <a:pt x="6584" y="4912"/>
                  </a:cubicBezTo>
                  <a:cubicBezTo>
                    <a:pt x="7297" y="4946"/>
                    <a:pt x="8088" y="2551"/>
                    <a:pt x="8088" y="2551"/>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4"/>
            <p:cNvSpPr/>
            <p:nvPr/>
          </p:nvSpPr>
          <p:spPr>
            <a:xfrm rot="-1013820" flipH="1">
              <a:off x="5709201" y="2994640"/>
              <a:ext cx="684763" cy="553789"/>
            </a:xfrm>
            <a:custGeom>
              <a:avLst/>
              <a:gdLst/>
              <a:ahLst/>
              <a:cxnLst/>
              <a:rect l="l" t="t" r="r" b="b"/>
              <a:pathLst>
                <a:path w="3665" h="2964" extrusionOk="0">
                  <a:moveTo>
                    <a:pt x="0" y="2629"/>
                  </a:moveTo>
                  <a:cubicBezTo>
                    <a:pt x="702" y="2852"/>
                    <a:pt x="1337" y="2963"/>
                    <a:pt x="1972" y="2774"/>
                  </a:cubicBezTo>
                  <a:cubicBezTo>
                    <a:pt x="2919" y="2473"/>
                    <a:pt x="3553" y="1905"/>
                    <a:pt x="3665" y="958"/>
                  </a:cubicBezTo>
                  <a:cubicBezTo>
                    <a:pt x="3509" y="724"/>
                    <a:pt x="3353" y="513"/>
                    <a:pt x="3230" y="368"/>
                  </a:cubicBezTo>
                  <a:cubicBezTo>
                    <a:pt x="2930" y="0"/>
                    <a:pt x="1259" y="602"/>
                    <a:pt x="212" y="1025"/>
                  </a:cubicBezTo>
                  <a:cubicBezTo>
                    <a:pt x="379" y="1448"/>
                    <a:pt x="267" y="2139"/>
                    <a:pt x="0" y="2629"/>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4"/>
            <p:cNvSpPr/>
            <p:nvPr/>
          </p:nvSpPr>
          <p:spPr>
            <a:xfrm rot="-1013820" flipH="1">
              <a:off x="5733014" y="3492935"/>
              <a:ext cx="1398673" cy="295765"/>
            </a:xfrm>
            <a:custGeom>
              <a:avLst/>
              <a:gdLst/>
              <a:ahLst/>
              <a:cxnLst/>
              <a:rect l="l" t="t" r="r" b="b"/>
              <a:pathLst>
                <a:path w="7486" h="1583" extrusionOk="0">
                  <a:moveTo>
                    <a:pt x="7162" y="469"/>
                  </a:moveTo>
                  <a:cubicBezTo>
                    <a:pt x="6227" y="948"/>
                    <a:pt x="5169" y="1003"/>
                    <a:pt x="4144" y="914"/>
                  </a:cubicBezTo>
                  <a:cubicBezTo>
                    <a:pt x="3542" y="859"/>
                    <a:pt x="2974" y="669"/>
                    <a:pt x="2373" y="569"/>
                  </a:cubicBezTo>
                  <a:cubicBezTo>
                    <a:pt x="1805" y="469"/>
                    <a:pt x="1203" y="491"/>
                    <a:pt x="657" y="291"/>
                  </a:cubicBezTo>
                  <a:cubicBezTo>
                    <a:pt x="434" y="213"/>
                    <a:pt x="201" y="123"/>
                    <a:pt x="0" y="1"/>
                  </a:cubicBezTo>
                  <a:cubicBezTo>
                    <a:pt x="22" y="268"/>
                    <a:pt x="111" y="536"/>
                    <a:pt x="334" y="680"/>
                  </a:cubicBezTo>
                  <a:cubicBezTo>
                    <a:pt x="858" y="1015"/>
                    <a:pt x="5692" y="1527"/>
                    <a:pt x="6405" y="1560"/>
                  </a:cubicBezTo>
                  <a:cubicBezTo>
                    <a:pt x="6795" y="1583"/>
                    <a:pt x="7196" y="903"/>
                    <a:pt x="7486" y="268"/>
                  </a:cubicBezTo>
                  <a:cubicBezTo>
                    <a:pt x="7396" y="335"/>
                    <a:pt x="7285" y="413"/>
                    <a:pt x="7162" y="469"/>
                  </a:cubicBezTo>
                  <a:close/>
                </a:path>
              </a:pathLst>
            </a:custGeom>
            <a:gradFill>
              <a:gsLst>
                <a:gs pos="0">
                  <a:schemeClr val="lt1">
                    <a:alpha val="48370"/>
                  </a:schemeClr>
                </a:gs>
                <a:gs pos="100000">
                  <a:schemeClr val="lt2">
                    <a:alpha val="48370"/>
                  </a:schemeClr>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4"/>
            <p:cNvSpPr/>
            <p:nvPr/>
          </p:nvSpPr>
          <p:spPr>
            <a:xfrm rot="-1013820" flipH="1">
              <a:off x="5920628" y="2933418"/>
              <a:ext cx="1053209" cy="466910"/>
            </a:xfrm>
            <a:custGeom>
              <a:avLst/>
              <a:gdLst/>
              <a:ahLst/>
              <a:cxnLst/>
              <a:rect l="l" t="t" r="r" b="b"/>
              <a:pathLst>
                <a:path w="5637" h="2499" extrusionOk="0">
                  <a:moveTo>
                    <a:pt x="5514" y="0"/>
                  </a:moveTo>
                  <a:cubicBezTo>
                    <a:pt x="5447" y="22"/>
                    <a:pt x="5369" y="34"/>
                    <a:pt x="5303" y="56"/>
                  </a:cubicBezTo>
                  <a:cubicBezTo>
                    <a:pt x="5292" y="56"/>
                    <a:pt x="5269" y="67"/>
                    <a:pt x="5247" y="67"/>
                  </a:cubicBezTo>
                  <a:cubicBezTo>
                    <a:pt x="5214" y="78"/>
                    <a:pt x="5180" y="89"/>
                    <a:pt x="5136" y="100"/>
                  </a:cubicBezTo>
                  <a:cubicBezTo>
                    <a:pt x="5013" y="134"/>
                    <a:pt x="4879" y="167"/>
                    <a:pt x="4746" y="212"/>
                  </a:cubicBezTo>
                  <a:cubicBezTo>
                    <a:pt x="3855" y="501"/>
                    <a:pt x="3086" y="891"/>
                    <a:pt x="3086" y="891"/>
                  </a:cubicBezTo>
                  <a:cubicBezTo>
                    <a:pt x="3086" y="891"/>
                    <a:pt x="2941" y="936"/>
                    <a:pt x="2718" y="992"/>
                  </a:cubicBezTo>
                  <a:cubicBezTo>
                    <a:pt x="2596" y="1047"/>
                    <a:pt x="2529" y="1081"/>
                    <a:pt x="2529" y="1081"/>
                  </a:cubicBezTo>
                  <a:cubicBezTo>
                    <a:pt x="2529" y="1081"/>
                    <a:pt x="257" y="1760"/>
                    <a:pt x="0" y="2016"/>
                  </a:cubicBezTo>
                  <a:cubicBezTo>
                    <a:pt x="56" y="2050"/>
                    <a:pt x="101" y="2083"/>
                    <a:pt x="123" y="2094"/>
                  </a:cubicBezTo>
                  <a:cubicBezTo>
                    <a:pt x="535" y="2393"/>
                    <a:pt x="1099" y="2499"/>
                    <a:pt x="1682" y="2499"/>
                  </a:cubicBezTo>
                  <a:cubicBezTo>
                    <a:pt x="2361" y="2499"/>
                    <a:pt x="3066" y="2356"/>
                    <a:pt x="3587" y="2206"/>
                  </a:cubicBezTo>
                  <a:cubicBezTo>
                    <a:pt x="4334" y="1994"/>
                    <a:pt x="5637" y="936"/>
                    <a:pt x="5514" y="0"/>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4"/>
            <p:cNvSpPr/>
            <p:nvPr/>
          </p:nvSpPr>
          <p:spPr>
            <a:xfrm rot="-1013820" flipH="1">
              <a:off x="5474452" y="3402603"/>
              <a:ext cx="630767" cy="649451"/>
            </a:xfrm>
            <a:custGeom>
              <a:avLst/>
              <a:gdLst/>
              <a:ahLst/>
              <a:cxnLst/>
              <a:rect l="l" t="t" r="r" b="b"/>
              <a:pathLst>
                <a:path w="3376" h="3476" extrusionOk="0">
                  <a:moveTo>
                    <a:pt x="3331" y="1660"/>
                  </a:moveTo>
                  <a:cubicBezTo>
                    <a:pt x="3376" y="2596"/>
                    <a:pt x="2685" y="3386"/>
                    <a:pt x="1772" y="3431"/>
                  </a:cubicBezTo>
                  <a:cubicBezTo>
                    <a:pt x="869" y="3476"/>
                    <a:pt x="90" y="2752"/>
                    <a:pt x="45" y="1816"/>
                  </a:cubicBezTo>
                  <a:cubicBezTo>
                    <a:pt x="0" y="880"/>
                    <a:pt x="702" y="89"/>
                    <a:pt x="1605" y="45"/>
                  </a:cubicBezTo>
                  <a:cubicBezTo>
                    <a:pt x="2518" y="0"/>
                    <a:pt x="3287" y="724"/>
                    <a:pt x="3331" y="1660"/>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4"/>
            <p:cNvSpPr/>
            <p:nvPr/>
          </p:nvSpPr>
          <p:spPr>
            <a:xfrm rot="-1013820" flipH="1">
              <a:off x="5615937" y="3554642"/>
              <a:ext cx="345651" cy="346025"/>
            </a:xfrm>
            <a:custGeom>
              <a:avLst/>
              <a:gdLst/>
              <a:ahLst/>
              <a:cxnLst/>
              <a:rect l="l" t="t" r="r" b="b"/>
              <a:pathLst>
                <a:path w="1850" h="1852" extrusionOk="0">
                  <a:moveTo>
                    <a:pt x="920" y="0"/>
                  </a:moveTo>
                  <a:cubicBezTo>
                    <a:pt x="907" y="0"/>
                    <a:pt x="893" y="1"/>
                    <a:pt x="880" y="1"/>
                  </a:cubicBezTo>
                  <a:cubicBezTo>
                    <a:pt x="379" y="24"/>
                    <a:pt x="0" y="458"/>
                    <a:pt x="22" y="970"/>
                  </a:cubicBezTo>
                  <a:cubicBezTo>
                    <a:pt x="44" y="1469"/>
                    <a:pt x="445" y="1851"/>
                    <a:pt x="928" y="1851"/>
                  </a:cubicBezTo>
                  <a:cubicBezTo>
                    <a:pt x="942" y="1851"/>
                    <a:pt x="955" y="1851"/>
                    <a:pt x="969" y="1850"/>
                  </a:cubicBezTo>
                  <a:cubicBezTo>
                    <a:pt x="1459" y="1828"/>
                    <a:pt x="1849" y="1394"/>
                    <a:pt x="1827" y="881"/>
                  </a:cubicBezTo>
                  <a:cubicBezTo>
                    <a:pt x="1794" y="383"/>
                    <a:pt x="1393" y="0"/>
                    <a:pt x="920" y="0"/>
                  </a:cubicBez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4"/>
            <p:cNvSpPr/>
            <p:nvPr/>
          </p:nvSpPr>
          <p:spPr>
            <a:xfrm rot="-1013820" flipH="1">
              <a:off x="5724272" y="3662799"/>
              <a:ext cx="129105" cy="129479"/>
            </a:xfrm>
            <a:custGeom>
              <a:avLst/>
              <a:gdLst/>
              <a:ahLst/>
              <a:cxnLst/>
              <a:rect l="l" t="t" r="r" b="b"/>
              <a:pathLst>
                <a:path w="691" h="693" extrusionOk="0">
                  <a:moveTo>
                    <a:pt x="344" y="1"/>
                  </a:moveTo>
                  <a:cubicBezTo>
                    <a:pt x="337" y="1"/>
                    <a:pt x="330" y="1"/>
                    <a:pt x="323" y="2"/>
                  </a:cubicBezTo>
                  <a:cubicBezTo>
                    <a:pt x="145" y="13"/>
                    <a:pt x="0" y="169"/>
                    <a:pt x="0" y="358"/>
                  </a:cubicBezTo>
                  <a:cubicBezTo>
                    <a:pt x="11" y="551"/>
                    <a:pt x="167" y="693"/>
                    <a:pt x="337" y="693"/>
                  </a:cubicBezTo>
                  <a:cubicBezTo>
                    <a:pt x="344" y="693"/>
                    <a:pt x="350" y="693"/>
                    <a:pt x="357" y="692"/>
                  </a:cubicBezTo>
                  <a:cubicBezTo>
                    <a:pt x="546" y="681"/>
                    <a:pt x="691" y="525"/>
                    <a:pt x="680" y="336"/>
                  </a:cubicBezTo>
                  <a:cubicBezTo>
                    <a:pt x="669" y="142"/>
                    <a:pt x="524" y="1"/>
                    <a:pt x="344"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4"/>
            <p:cNvSpPr/>
            <p:nvPr/>
          </p:nvSpPr>
          <p:spPr>
            <a:xfrm rot="-1013820" flipH="1">
              <a:off x="6187864" y="3443741"/>
              <a:ext cx="755388" cy="289600"/>
            </a:xfrm>
            <a:custGeom>
              <a:avLst/>
              <a:gdLst/>
              <a:ahLst/>
              <a:cxnLst/>
              <a:rect l="l" t="t" r="r" b="b"/>
              <a:pathLst>
                <a:path w="4043" h="1550" extrusionOk="0">
                  <a:moveTo>
                    <a:pt x="279" y="0"/>
                  </a:moveTo>
                  <a:cubicBezTo>
                    <a:pt x="167" y="0"/>
                    <a:pt x="78" y="89"/>
                    <a:pt x="78" y="190"/>
                  </a:cubicBezTo>
                  <a:lnTo>
                    <a:pt x="11" y="1003"/>
                  </a:lnTo>
                  <a:cubicBezTo>
                    <a:pt x="0" y="1114"/>
                    <a:pt x="89" y="1203"/>
                    <a:pt x="201" y="1215"/>
                  </a:cubicBezTo>
                  <a:lnTo>
                    <a:pt x="3798" y="1549"/>
                  </a:lnTo>
                  <a:cubicBezTo>
                    <a:pt x="3804" y="1549"/>
                    <a:pt x="3810" y="1549"/>
                    <a:pt x="3815" y="1549"/>
                  </a:cubicBezTo>
                  <a:cubicBezTo>
                    <a:pt x="3951" y="1549"/>
                    <a:pt x="4042" y="1421"/>
                    <a:pt x="4010" y="1293"/>
                  </a:cubicBezTo>
                  <a:lnTo>
                    <a:pt x="3698" y="201"/>
                  </a:lnTo>
                  <a:cubicBezTo>
                    <a:pt x="3676" y="112"/>
                    <a:pt x="3598" y="56"/>
                    <a:pt x="3509" y="56"/>
                  </a:cubicBezTo>
                  <a:lnTo>
                    <a:pt x="279" y="0"/>
                  </a:ln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4"/>
            <p:cNvSpPr/>
            <p:nvPr/>
          </p:nvSpPr>
          <p:spPr>
            <a:xfrm rot="-1013820" flipH="1">
              <a:off x="6204509" y="3555801"/>
              <a:ext cx="755388" cy="175068"/>
            </a:xfrm>
            <a:custGeom>
              <a:avLst/>
              <a:gdLst/>
              <a:ahLst/>
              <a:cxnLst/>
              <a:rect l="l" t="t" r="r" b="b"/>
              <a:pathLst>
                <a:path w="4043" h="937" extrusionOk="0">
                  <a:moveTo>
                    <a:pt x="3821" y="0"/>
                  </a:moveTo>
                  <a:cubicBezTo>
                    <a:pt x="3240" y="192"/>
                    <a:pt x="2591" y="279"/>
                    <a:pt x="1947" y="279"/>
                  </a:cubicBezTo>
                  <a:cubicBezTo>
                    <a:pt x="1282" y="279"/>
                    <a:pt x="622" y="186"/>
                    <a:pt x="45" y="22"/>
                  </a:cubicBezTo>
                  <a:lnTo>
                    <a:pt x="11" y="390"/>
                  </a:lnTo>
                  <a:cubicBezTo>
                    <a:pt x="0" y="501"/>
                    <a:pt x="89" y="590"/>
                    <a:pt x="201" y="602"/>
                  </a:cubicBezTo>
                  <a:lnTo>
                    <a:pt x="3798" y="936"/>
                  </a:lnTo>
                  <a:cubicBezTo>
                    <a:pt x="3804" y="936"/>
                    <a:pt x="3810" y="936"/>
                    <a:pt x="3815" y="936"/>
                  </a:cubicBezTo>
                  <a:cubicBezTo>
                    <a:pt x="3951" y="936"/>
                    <a:pt x="4042" y="808"/>
                    <a:pt x="4010" y="680"/>
                  </a:cubicBezTo>
                  <a:lnTo>
                    <a:pt x="3821" y="0"/>
                  </a:lnTo>
                  <a:close/>
                </a:path>
              </a:pathLst>
            </a:custGeom>
            <a:solidFill>
              <a:srgbClr val="FFFFFF">
                <a:alpha val="48370"/>
              </a:srgbClr>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4"/>
            <p:cNvSpPr/>
            <p:nvPr/>
          </p:nvSpPr>
          <p:spPr>
            <a:xfrm rot="-1013820" flipH="1">
              <a:off x="7834571" y="2430002"/>
              <a:ext cx="112477" cy="108740"/>
            </a:xfrm>
            <a:custGeom>
              <a:avLst/>
              <a:gdLst/>
              <a:ahLst/>
              <a:cxnLst/>
              <a:rect l="l" t="t" r="r" b="b"/>
              <a:pathLst>
                <a:path w="602" h="582" extrusionOk="0">
                  <a:moveTo>
                    <a:pt x="310" y="1"/>
                  </a:moveTo>
                  <a:cubicBezTo>
                    <a:pt x="303" y="1"/>
                    <a:pt x="297" y="1"/>
                    <a:pt x="290" y="2"/>
                  </a:cubicBezTo>
                  <a:cubicBezTo>
                    <a:pt x="123" y="13"/>
                    <a:pt x="0" y="146"/>
                    <a:pt x="11" y="302"/>
                  </a:cubicBezTo>
                  <a:cubicBezTo>
                    <a:pt x="22" y="462"/>
                    <a:pt x="145" y="582"/>
                    <a:pt x="302" y="582"/>
                  </a:cubicBezTo>
                  <a:cubicBezTo>
                    <a:pt x="309" y="582"/>
                    <a:pt x="316" y="581"/>
                    <a:pt x="323" y="581"/>
                  </a:cubicBezTo>
                  <a:cubicBezTo>
                    <a:pt x="479" y="581"/>
                    <a:pt x="602" y="436"/>
                    <a:pt x="602" y="280"/>
                  </a:cubicBezTo>
                  <a:cubicBezTo>
                    <a:pt x="591" y="120"/>
                    <a:pt x="458" y="1"/>
                    <a:pt x="310"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4"/>
            <p:cNvSpPr/>
            <p:nvPr/>
          </p:nvSpPr>
          <p:spPr>
            <a:xfrm rot="-1013820" flipH="1">
              <a:off x="7853527" y="2448645"/>
              <a:ext cx="75109" cy="73241"/>
            </a:xfrm>
            <a:custGeom>
              <a:avLst/>
              <a:gdLst/>
              <a:ahLst/>
              <a:cxnLst/>
              <a:rect l="l" t="t" r="r" b="b"/>
              <a:pathLst>
                <a:path w="402" h="392" extrusionOk="0">
                  <a:moveTo>
                    <a:pt x="209" y="1"/>
                  </a:moveTo>
                  <a:cubicBezTo>
                    <a:pt x="203" y="1"/>
                    <a:pt x="196" y="1"/>
                    <a:pt x="190" y="2"/>
                  </a:cubicBezTo>
                  <a:cubicBezTo>
                    <a:pt x="90" y="2"/>
                    <a:pt x="1" y="91"/>
                    <a:pt x="12" y="202"/>
                  </a:cubicBezTo>
                  <a:cubicBezTo>
                    <a:pt x="12" y="314"/>
                    <a:pt x="101" y="392"/>
                    <a:pt x="212" y="392"/>
                  </a:cubicBezTo>
                  <a:cubicBezTo>
                    <a:pt x="324" y="381"/>
                    <a:pt x="402" y="291"/>
                    <a:pt x="402" y="180"/>
                  </a:cubicBezTo>
                  <a:cubicBezTo>
                    <a:pt x="391" y="86"/>
                    <a:pt x="311" y="1"/>
                    <a:pt x="209" y="1"/>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4"/>
            <p:cNvSpPr/>
            <p:nvPr/>
          </p:nvSpPr>
          <p:spPr>
            <a:xfrm rot="-1013820" flipH="1">
              <a:off x="7489614" y="2769669"/>
              <a:ext cx="112664" cy="108740"/>
            </a:xfrm>
            <a:custGeom>
              <a:avLst/>
              <a:gdLst/>
              <a:ahLst/>
              <a:cxnLst/>
              <a:rect l="l" t="t" r="r" b="b"/>
              <a:pathLst>
                <a:path w="603" h="582" extrusionOk="0">
                  <a:moveTo>
                    <a:pt x="310" y="1"/>
                  </a:moveTo>
                  <a:cubicBezTo>
                    <a:pt x="304" y="1"/>
                    <a:pt x="297" y="1"/>
                    <a:pt x="291" y="2"/>
                  </a:cubicBezTo>
                  <a:cubicBezTo>
                    <a:pt x="124" y="2"/>
                    <a:pt x="1" y="146"/>
                    <a:pt x="12" y="302"/>
                  </a:cubicBezTo>
                  <a:cubicBezTo>
                    <a:pt x="12" y="462"/>
                    <a:pt x="145" y="582"/>
                    <a:pt x="293" y="582"/>
                  </a:cubicBezTo>
                  <a:cubicBezTo>
                    <a:pt x="300" y="582"/>
                    <a:pt x="306" y="581"/>
                    <a:pt x="313" y="581"/>
                  </a:cubicBezTo>
                  <a:cubicBezTo>
                    <a:pt x="480" y="570"/>
                    <a:pt x="603" y="436"/>
                    <a:pt x="591" y="280"/>
                  </a:cubicBezTo>
                  <a:cubicBezTo>
                    <a:pt x="591" y="120"/>
                    <a:pt x="459" y="1"/>
                    <a:pt x="310"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4"/>
            <p:cNvSpPr/>
            <p:nvPr/>
          </p:nvSpPr>
          <p:spPr>
            <a:xfrm rot="-1013820" flipH="1">
              <a:off x="7508030" y="2786552"/>
              <a:ext cx="75109" cy="73241"/>
            </a:xfrm>
            <a:custGeom>
              <a:avLst/>
              <a:gdLst/>
              <a:ahLst/>
              <a:cxnLst/>
              <a:rect l="l" t="t" r="r" b="b"/>
              <a:pathLst>
                <a:path w="402" h="392" extrusionOk="0">
                  <a:moveTo>
                    <a:pt x="190" y="1"/>
                  </a:moveTo>
                  <a:cubicBezTo>
                    <a:pt x="78" y="12"/>
                    <a:pt x="0" y="101"/>
                    <a:pt x="0" y="212"/>
                  </a:cubicBezTo>
                  <a:cubicBezTo>
                    <a:pt x="11" y="307"/>
                    <a:pt x="91" y="392"/>
                    <a:pt x="193" y="392"/>
                  </a:cubicBezTo>
                  <a:cubicBezTo>
                    <a:pt x="199" y="392"/>
                    <a:pt x="206" y="391"/>
                    <a:pt x="212" y="391"/>
                  </a:cubicBezTo>
                  <a:cubicBezTo>
                    <a:pt x="312" y="391"/>
                    <a:pt x="401" y="301"/>
                    <a:pt x="390" y="190"/>
                  </a:cubicBezTo>
                  <a:cubicBezTo>
                    <a:pt x="390" y="79"/>
                    <a:pt x="301" y="1"/>
                    <a:pt x="190" y="1"/>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4"/>
            <p:cNvSpPr/>
            <p:nvPr/>
          </p:nvSpPr>
          <p:spPr>
            <a:xfrm rot="-1013820" flipH="1">
              <a:off x="7079132" y="3103484"/>
              <a:ext cx="145921" cy="141810"/>
            </a:xfrm>
            <a:custGeom>
              <a:avLst/>
              <a:gdLst/>
              <a:ahLst/>
              <a:cxnLst/>
              <a:rect l="l" t="t" r="r" b="b"/>
              <a:pathLst>
                <a:path w="781" h="759" extrusionOk="0">
                  <a:moveTo>
                    <a:pt x="368" y="0"/>
                  </a:moveTo>
                  <a:cubicBezTo>
                    <a:pt x="168" y="11"/>
                    <a:pt x="1" y="190"/>
                    <a:pt x="12" y="401"/>
                  </a:cubicBezTo>
                  <a:cubicBezTo>
                    <a:pt x="23" y="606"/>
                    <a:pt x="190" y="758"/>
                    <a:pt x="392" y="758"/>
                  </a:cubicBezTo>
                  <a:cubicBezTo>
                    <a:pt x="399" y="758"/>
                    <a:pt x="406" y="758"/>
                    <a:pt x="413" y="758"/>
                  </a:cubicBezTo>
                  <a:cubicBezTo>
                    <a:pt x="614" y="747"/>
                    <a:pt x="781" y="579"/>
                    <a:pt x="769" y="368"/>
                  </a:cubicBezTo>
                  <a:cubicBezTo>
                    <a:pt x="758" y="156"/>
                    <a:pt x="580" y="0"/>
                    <a:pt x="368" y="0"/>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4"/>
            <p:cNvSpPr/>
            <p:nvPr/>
          </p:nvSpPr>
          <p:spPr>
            <a:xfrm rot="-1013820" flipH="1">
              <a:off x="7104440" y="3128293"/>
              <a:ext cx="95848" cy="93980"/>
            </a:xfrm>
            <a:custGeom>
              <a:avLst/>
              <a:gdLst/>
              <a:ahLst/>
              <a:cxnLst/>
              <a:rect l="l" t="t" r="r" b="b"/>
              <a:pathLst>
                <a:path w="513" h="503" extrusionOk="0">
                  <a:moveTo>
                    <a:pt x="264" y="0"/>
                  </a:moveTo>
                  <a:cubicBezTo>
                    <a:pt x="258" y="0"/>
                    <a:pt x="252" y="0"/>
                    <a:pt x="246" y="1"/>
                  </a:cubicBezTo>
                  <a:cubicBezTo>
                    <a:pt x="101" y="1"/>
                    <a:pt x="1" y="123"/>
                    <a:pt x="1" y="268"/>
                  </a:cubicBezTo>
                  <a:cubicBezTo>
                    <a:pt x="11" y="396"/>
                    <a:pt x="123" y="503"/>
                    <a:pt x="249" y="503"/>
                  </a:cubicBezTo>
                  <a:cubicBezTo>
                    <a:pt x="256" y="503"/>
                    <a:pt x="262" y="503"/>
                    <a:pt x="268" y="502"/>
                  </a:cubicBezTo>
                  <a:cubicBezTo>
                    <a:pt x="413" y="491"/>
                    <a:pt x="513" y="380"/>
                    <a:pt x="513" y="235"/>
                  </a:cubicBezTo>
                  <a:cubicBezTo>
                    <a:pt x="502" y="107"/>
                    <a:pt x="390" y="0"/>
                    <a:pt x="264" y="0"/>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4"/>
            <p:cNvSpPr/>
            <p:nvPr/>
          </p:nvSpPr>
          <p:spPr>
            <a:xfrm rot="-1013820" flipH="1">
              <a:off x="6308421" y="2587892"/>
              <a:ext cx="297634" cy="329023"/>
            </a:xfrm>
            <a:custGeom>
              <a:avLst/>
              <a:gdLst/>
              <a:ahLst/>
              <a:cxnLst/>
              <a:rect l="l" t="t" r="r" b="b"/>
              <a:pathLst>
                <a:path w="1593" h="1761" extrusionOk="0">
                  <a:moveTo>
                    <a:pt x="980" y="1"/>
                  </a:moveTo>
                  <a:lnTo>
                    <a:pt x="0" y="1293"/>
                  </a:lnTo>
                  <a:lnTo>
                    <a:pt x="356" y="1760"/>
                  </a:lnTo>
                  <a:lnTo>
                    <a:pt x="1593" y="123"/>
                  </a:lnTo>
                  <a:cubicBezTo>
                    <a:pt x="1593" y="123"/>
                    <a:pt x="1192" y="45"/>
                    <a:pt x="980"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4"/>
            <p:cNvSpPr/>
            <p:nvPr/>
          </p:nvSpPr>
          <p:spPr>
            <a:xfrm rot="-1013820" flipH="1">
              <a:off x="5627766" y="2702371"/>
              <a:ext cx="992860" cy="728670"/>
            </a:xfrm>
            <a:custGeom>
              <a:avLst/>
              <a:gdLst/>
              <a:ahLst/>
              <a:cxnLst/>
              <a:rect l="l" t="t" r="r" b="b"/>
              <a:pathLst>
                <a:path w="5314" h="3900" extrusionOk="0">
                  <a:moveTo>
                    <a:pt x="2117" y="3643"/>
                  </a:moveTo>
                  <a:cubicBezTo>
                    <a:pt x="2774" y="3755"/>
                    <a:pt x="3442" y="3899"/>
                    <a:pt x="4077" y="3487"/>
                  </a:cubicBezTo>
                  <a:cubicBezTo>
                    <a:pt x="4846" y="2986"/>
                    <a:pt x="5314" y="2340"/>
                    <a:pt x="4612" y="1616"/>
                  </a:cubicBezTo>
                  <a:cubicBezTo>
                    <a:pt x="4456" y="1505"/>
                    <a:pt x="4255" y="1404"/>
                    <a:pt x="3977" y="1337"/>
                  </a:cubicBezTo>
                  <a:cubicBezTo>
                    <a:pt x="3297" y="1159"/>
                    <a:pt x="1493" y="1"/>
                    <a:pt x="1148" y="79"/>
                  </a:cubicBezTo>
                  <a:cubicBezTo>
                    <a:pt x="1148" y="79"/>
                    <a:pt x="0" y="1560"/>
                    <a:pt x="22" y="1738"/>
                  </a:cubicBezTo>
                  <a:cubicBezTo>
                    <a:pt x="45" y="1906"/>
                    <a:pt x="1114" y="3287"/>
                    <a:pt x="2117" y="3643"/>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4"/>
            <p:cNvSpPr/>
            <p:nvPr/>
          </p:nvSpPr>
          <p:spPr>
            <a:xfrm rot="-1013820" flipH="1">
              <a:off x="5751913" y="2921826"/>
              <a:ext cx="897199" cy="491385"/>
            </a:xfrm>
            <a:custGeom>
              <a:avLst/>
              <a:gdLst/>
              <a:ahLst/>
              <a:cxnLst/>
              <a:rect l="l" t="t" r="r" b="b"/>
              <a:pathLst>
                <a:path w="4802" h="2630" extrusionOk="0">
                  <a:moveTo>
                    <a:pt x="2473" y="1783"/>
                  </a:moveTo>
                  <a:cubicBezTo>
                    <a:pt x="1482" y="1415"/>
                    <a:pt x="780" y="803"/>
                    <a:pt x="257" y="1"/>
                  </a:cubicBezTo>
                  <a:cubicBezTo>
                    <a:pt x="101" y="223"/>
                    <a:pt x="0" y="413"/>
                    <a:pt x="0" y="468"/>
                  </a:cubicBezTo>
                  <a:cubicBezTo>
                    <a:pt x="23" y="636"/>
                    <a:pt x="1092" y="2017"/>
                    <a:pt x="2095" y="2373"/>
                  </a:cubicBezTo>
                  <a:cubicBezTo>
                    <a:pt x="2752" y="2485"/>
                    <a:pt x="3420" y="2629"/>
                    <a:pt x="4055" y="2217"/>
                  </a:cubicBezTo>
                  <a:cubicBezTo>
                    <a:pt x="4378" y="2006"/>
                    <a:pt x="4645" y="1772"/>
                    <a:pt x="4801" y="1516"/>
                  </a:cubicBezTo>
                  <a:cubicBezTo>
                    <a:pt x="4155" y="1972"/>
                    <a:pt x="3286" y="2073"/>
                    <a:pt x="2473" y="1783"/>
                  </a:cubicBezTo>
                  <a:close/>
                </a:path>
              </a:pathLst>
            </a:custGeom>
            <a:gradFill>
              <a:gsLst>
                <a:gs pos="0">
                  <a:schemeClr val="lt1">
                    <a:alpha val="48370"/>
                  </a:schemeClr>
                </a:gs>
                <a:gs pos="100000">
                  <a:schemeClr val="lt2">
                    <a:alpha val="48370"/>
                  </a:schemeClr>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4"/>
            <p:cNvSpPr/>
            <p:nvPr/>
          </p:nvSpPr>
          <p:spPr>
            <a:xfrm rot="-1013820" flipH="1">
              <a:off x="5793221" y="2825940"/>
              <a:ext cx="714097" cy="480922"/>
            </a:xfrm>
            <a:custGeom>
              <a:avLst/>
              <a:gdLst/>
              <a:ahLst/>
              <a:cxnLst/>
              <a:rect l="l" t="t" r="r" b="b"/>
              <a:pathLst>
                <a:path w="3822" h="2574" extrusionOk="0">
                  <a:moveTo>
                    <a:pt x="68" y="1"/>
                  </a:moveTo>
                  <a:cubicBezTo>
                    <a:pt x="45" y="34"/>
                    <a:pt x="23" y="67"/>
                    <a:pt x="1" y="90"/>
                  </a:cubicBezTo>
                  <a:cubicBezTo>
                    <a:pt x="302" y="379"/>
                    <a:pt x="1193" y="1226"/>
                    <a:pt x="1627" y="1571"/>
                  </a:cubicBezTo>
                  <a:cubicBezTo>
                    <a:pt x="2128" y="1972"/>
                    <a:pt x="2641" y="2329"/>
                    <a:pt x="3755" y="2574"/>
                  </a:cubicBezTo>
                  <a:cubicBezTo>
                    <a:pt x="3777" y="2563"/>
                    <a:pt x="3788" y="2551"/>
                    <a:pt x="3810" y="2529"/>
                  </a:cubicBezTo>
                  <a:lnTo>
                    <a:pt x="3822" y="2473"/>
                  </a:lnTo>
                  <a:cubicBezTo>
                    <a:pt x="2696" y="2228"/>
                    <a:pt x="2195" y="1883"/>
                    <a:pt x="1694" y="1482"/>
                  </a:cubicBezTo>
                  <a:cubicBezTo>
                    <a:pt x="1260" y="1137"/>
                    <a:pt x="357" y="279"/>
                    <a:pt x="68"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4"/>
            <p:cNvSpPr/>
            <p:nvPr/>
          </p:nvSpPr>
          <p:spPr>
            <a:xfrm rot="-1013820" flipH="1">
              <a:off x="6324972" y="2130206"/>
              <a:ext cx="772391" cy="624601"/>
            </a:xfrm>
            <a:custGeom>
              <a:avLst/>
              <a:gdLst/>
              <a:ahLst/>
              <a:cxnLst/>
              <a:rect l="l" t="t" r="r" b="b"/>
              <a:pathLst>
                <a:path w="4134" h="3343" extrusionOk="0">
                  <a:moveTo>
                    <a:pt x="4133" y="2006"/>
                  </a:moveTo>
                  <a:cubicBezTo>
                    <a:pt x="4133" y="2006"/>
                    <a:pt x="3710" y="1560"/>
                    <a:pt x="2953" y="1226"/>
                  </a:cubicBezTo>
                  <a:cubicBezTo>
                    <a:pt x="2195" y="881"/>
                    <a:pt x="1371" y="1"/>
                    <a:pt x="847" y="146"/>
                  </a:cubicBezTo>
                  <a:cubicBezTo>
                    <a:pt x="758" y="168"/>
                    <a:pt x="692" y="201"/>
                    <a:pt x="625" y="246"/>
                  </a:cubicBezTo>
                  <a:cubicBezTo>
                    <a:pt x="1" y="747"/>
                    <a:pt x="614" y="2351"/>
                    <a:pt x="1661" y="2596"/>
                  </a:cubicBezTo>
                  <a:cubicBezTo>
                    <a:pt x="2451" y="2786"/>
                    <a:pt x="2797" y="3309"/>
                    <a:pt x="3109" y="3342"/>
                  </a:cubicBezTo>
                  <a:cubicBezTo>
                    <a:pt x="3109" y="3342"/>
                    <a:pt x="3900" y="2696"/>
                    <a:pt x="4133" y="2006"/>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4"/>
            <p:cNvSpPr/>
            <p:nvPr/>
          </p:nvSpPr>
          <p:spPr>
            <a:xfrm rot="-1013820" flipH="1">
              <a:off x="6473398" y="2191099"/>
              <a:ext cx="607973" cy="545382"/>
            </a:xfrm>
            <a:custGeom>
              <a:avLst/>
              <a:gdLst/>
              <a:ahLst/>
              <a:cxnLst/>
              <a:rect l="l" t="t" r="r" b="b"/>
              <a:pathLst>
                <a:path w="3254" h="2919" extrusionOk="0">
                  <a:moveTo>
                    <a:pt x="2997" y="2896"/>
                  </a:moveTo>
                  <a:cubicBezTo>
                    <a:pt x="3030" y="2863"/>
                    <a:pt x="3131" y="2774"/>
                    <a:pt x="3253" y="2651"/>
                  </a:cubicBezTo>
                  <a:lnTo>
                    <a:pt x="3253" y="2651"/>
                  </a:lnTo>
                  <a:cubicBezTo>
                    <a:pt x="2863" y="2362"/>
                    <a:pt x="2485" y="1949"/>
                    <a:pt x="2240" y="1816"/>
                  </a:cubicBezTo>
                  <a:cubicBezTo>
                    <a:pt x="1805" y="1571"/>
                    <a:pt x="1204" y="1437"/>
                    <a:pt x="881" y="1025"/>
                  </a:cubicBezTo>
                  <a:cubicBezTo>
                    <a:pt x="669" y="758"/>
                    <a:pt x="435" y="423"/>
                    <a:pt x="346" y="0"/>
                  </a:cubicBezTo>
                  <a:cubicBezTo>
                    <a:pt x="1" y="635"/>
                    <a:pt x="591" y="1949"/>
                    <a:pt x="1527" y="2172"/>
                  </a:cubicBezTo>
                  <a:cubicBezTo>
                    <a:pt x="2317" y="2362"/>
                    <a:pt x="2674" y="2885"/>
                    <a:pt x="2975" y="2918"/>
                  </a:cubicBezTo>
                  <a:cubicBezTo>
                    <a:pt x="2975" y="2918"/>
                    <a:pt x="2975" y="2907"/>
                    <a:pt x="2997" y="2896"/>
                  </a:cubicBezTo>
                  <a:close/>
                </a:path>
              </a:pathLst>
            </a:custGeom>
            <a:gradFill>
              <a:gsLst>
                <a:gs pos="0">
                  <a:schemeClr val="lt1">
                    <a:alpha val="48370"/>
                  </a:schemeClr>
                </a:gs>
                <a:gs pos="100000">
                  <a:schemeClr val="lt2">
                    <a:alpha val="48370"/>
                  </a:schemeClr>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4"/>
            <p:cNvSpPr/>
            <p:nvPr/>
          </p:nvSpPr>
          <p:spPr>
            <a:xfrm rot="-1013820" flipH="1">
              <a:off x="6263717" y="2771300"/>
              <a:ext cx="154142" cy="148163"/>
            </a:xfrm>
            <a:custGeom>
              <a:avLst/>
              <a:gdLst/>
              <a:ahLst/>
              <a:cxnLst/>
              <a:rect l="l" t="t" r="r" b="b"/>
              <a:pathLst>
                <a:path w="825" h="793" extrusionOk="0">
                  <a:moveTo>
                    <a:pt x="411" y="1"/>
                  </a:moveTo>
                  <a:cubicBezTo>
                    <a:pt x="404" y="1"/>
                    <a:pt x="397" y="1"/>
                    <a:pt x="390" y="1"/>
                  </a:cubicBezTo>
                  <a:cubicBezTo>
                    <a:pt x="178" y="12"/>
                    <a:pt x="0" y="191"/>
                    <a:pt x="11" y="413"/>
                  </a:cubicBezTo>
                  <a:cubicBezTo>
                    <a:pt x="22" y="629"/>
                    <a:pt x="200" y="793"/>
                    <a:pt x="413" y="793"/>
                  </a:cubicBezTo>
                  <a:cubicBezTo>
                    <a:pt x="420" y="793"/>
                    <a:pt x="427" y="792"/>
                    <a:pt x="434" y="792"/>
                  </a:cubicBezTo>
                  <a:cubicBezTo>
                    <a:pt x="646" y="781"/>
                    <a:pt x="824" y="592"/>
                    <a:pt x="813" y="380"/>
                  </a:cubicBezTo>
                  <a:cubicBezTo>
                    <a:pt x="802" y="164"/>
                    <a:pt x="624" y="1"/>
                    <a:pt x="411"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4"/>
            <p:cNvSpPr/>
            <p:nvPr/>
          </p:nvSpPr>
          <p:spPr>
            <a:xfrm rot="-1013820" flipH="1">
              <a:off x="6290831" y="2796305"/>
              <a:ext cx="100145" cy="98277"/>
            </a:xfrm>
            <a:custGeom>
              <a:avLst/>
              <a:gdLst/>
              <a:ahLst/>
              <a:cxnLst/>
              <a:rect l="l" t="t" r="r" b="b"/>
              <a:pathLst>
                <a:path w="536" h="526" extrusionOk="0">
                  <a:moveTo>
                    <a:pt x="277" y="0"/>
                  </a:moveTo>
                  <a:cubicBezTo>
                    <a:pt x="270" y="0"/>
                    <a:pt x="264" y="0"/>
                    <a:pt x="257" y="1"/>
                  </a:cubicBezTo>
                  <a:cubicBezTo>
                    <a:pt x="112" y="1"/>
                    <a:pt x="1" y="123"/>
                    <a:pt x="1" y="268"/>
                  </a:cubicBezTo>
                  <a:cubicBezTo>
                    <a:pt x="12" y="407"/>
                    <a:pt x="124" y="525"/>
                    <a:pt x="261" y="525"/>
                  </a:cubicBezTo>
                  <a:cubicBezTo>
                    <a:pt x="267" y="525"/>
                    <a:pt x="273" y="525"/>
                    <a:pt x="279" y="524"/>
                  </a:cubicBezTo>
                  <a:cubicBezTo>
                    <a:pt x="424" y="513"/>
                    <a:pt x="536" y="391"/>
                    <a:pt x="536" y="246"/>
                  </a:cubicBezTo>
                  <a:cubicBezTo>
                    <a:pt x="525" y="108"/>
                    <a:pt x="413" y="0"/>
                    <a:pt x="277" y="0"/>
                  </a:cubicBezTo>
                  <a:close/>
                </a:path>
              </a:pathLst>
            </a:custGeom>
            <a:gradFill>
              <a:gsLst>
                <a:gs pos="0">
                  <a:schemeClr val="lt1"/>
                </a:gs>
                <a:gs pos="100000">
                  <a:schemeClr val="lt2"/>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4"/>
            <p:cNvSpPr/>
            <p:nvPr/>
          </p:nvSpPr>
          <p:spPr>
            <a:xfrm rot="-1013820" flipH="1">
              <a:off x="6675964" y="2220832"/>
              <a:ext cx="241582" cy="297821"/>
            </a:xfrm>
            <a:custGeom>
              <a:avLst/>
              <a:gdLst/>
              <a:ahLst/>
              <a:cxnLst/>
              <a:rect l="l" t="t" r="r" b="b"/>
              <a:pathLst>
                <a:path w="1293" h="1594" extrusionOk="0">
                  <a:moveTo>
                    <a:pt x="1137" y="1"/>
                  </a:moveTo>
                  <a:cubicBezTo>
                    <a:pt x="870" y="90"/>
                    <a:pt x="591" y="235"/>
                    <a:pt x="379" y="469"/>
                  </a:cubicBezTo>
                  <a:cubicBezTo>
                    <a:pt x="146" y="725"/>
                    <a:pt x="23" y="1059"/>
                    <a:pt x="1" y="1449"/>
                  </a:cubicBezTo>
                  <a:cubicBezTo>
                    <a:pt x="45" y="1504"/>
                    <a:pt x="90" y="1549"/>
                    <a:pt x="134" y="1594"/>
                  </a:cubicBezTo>
                  <a:cubicBezTo>
                    <a:pt x="134" y="1170"/>
                    <a:pt x="246" y="825"/>
                    <a:pt x="480" y="569"/>
                  </a:cubicBezTo>
                  <a:cubicBezTo>
                    <a:pt x="703" y="324"/>
                    <a:pt x="1003" y="190"/>
                    <a:pt x="1293" y="101"/>
                  </a:cubicBezTo>
                  <a:cubicBezTo>
                    <a:pt x="1237" y="68"/>
                    <a:pt x="1193" y="34"/>
                    <a:pt x="1137" y="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4" name="Google Shape;274;p34"/>
            <p:cNvGrpSpPr/>
            <p:nvPr/>
          </p:nvGrpSpPr>
          <p:grpSpPr>
            <a:xfrm>
              <a:off x="7301073" y="824638"/>
              <a:ext cx="1269785" cy="1112450"/>
              <a:chOff x="2336215" y="950585"/>
              <a:chExt cx="1490008" cy="1305233"/>
            </a:xfrm>
          </p:grpSpPr>
          <p:sp>
            <p:nvSpPr>
              <p:cNvPr id="275" name="Google Shape;275;p34"/>
              <p:cNvSpPr/>
              <p:nvPr/>
            </p:nvSpPr>
            <p:spPr>
              <a:xfrm flipH="1">
                <a:off x="2527110" y="950585"/>
                <a:ext cx="1008000" cy="1234944"/>
              </a:xfrm>
              <a:custGeom>
                <a:avLst/>
                <a:gdLst/>
                <a:ahLst/>
                <a:cxnLst/>
                <a:rect l="l" t="t" r="r" b="b"/>
                <a:pathLst>
                  <a:path w="5592" h="6851" extrusionOk="0">
                    <a:moveTo>
                      <a:pt x="1136" y="201"/>
                    </a:moveTo>
                    <a:cubicBezTo>
                      <a:pt x="1972" y="201"/>
                      <a:pt x="3164" y="1170"/>
                      <a:pt x="4033" y="2551"/>
                    </a:cubicBezTo>
                    <a:cubicBezTo>
                      <a:pt x="5102" y="4244"/>
                      <a:pt x="5369" y="6060"/>
                      <a:pt x="4623" y="6528"/>
                    </a:cubicBezTo>
                    <a:cubicBezTo>
                      <a:pt x="4500" y="6606"/>
                      <a:pt x="4356" y="6650"/>
                      <a:pt x="4188" y="6650"/>
                    </a:cubicBezTo>
                    <a:cubicBezTo>
                      <a:pt x="3353" y="6650"/>
                      <a:pt x="2161" y="5681"/>
                      <a:pt x="1281" y="4289"/>
                    </a:cubicBezTo>
                    <a:cubicBezTo>
                      <a:pt x="758" y="3453"/>
                      <a:pt x="401" y="2573"/>
                      <a:pt x="301" y="1805"/>
                    </a:cubicBezTo>
                    <a:cubicBezTo>
                      <a:pt x="201" y="1070"/>
                      <a:pt x="345" y="546"/>
                      <a:pt x="702" y="323"/>
                    </a:cubicBezTo>
                    <a:cubicBezTo>
                      <a:pt x="824" y="245"/>
                      <a:pt x="969" y="201"/>
                      <a:pt x="1136" y="201"/>
                    </a:cubicBezTo>
                    <a:close/>
                    <a:moveTo>
                      <a:pt x="1136" y="0"/>
                    </a:moveTo>
                    <a:cubicBezTo>
                      <a:pt x="925" y="0"/>
                      <a:pt x="747" y="56"/>
                      <a:pt x="591" y="156"/>
                    </a:cubicBezTo>
                    <a:cubicBezTo>
                      <a:pt x="167" y="424"/>
                      <a:pt x="0" y="1014"/>
                      <a:pt x="100" y="1838"/>
                    </a:cubicBezTo>
                    <a:cubicBezTo>
                      <a:pt x="212" y="2629"/>
                      <a:pt x="568" y="3543"/>
                      <a:pt x="1114" y="4400"/>
                    </a:cubicBezTo>
                    <a:cubicBezTo>
                      <a:pt x="2039" y="5859"/>
                      <a:pt x="3275" y="6851"/>
                      <a:pt x="4188" y="6851"/>
                    </a:cubicBezTo>
                    <a:cubicBezTo>
                      <a:pt x="4389" y="6851"/>
                      <a:pt x="4567" y="6795"/>
                      <a:pt x="4723" y="6695"/>
                    </a:cubicBezTo>
                    <a:cubicBezTo>
                      <a:pt x="5592" y="6149"/>
                      <a:pt x="5358" y="4289"/>
                      <a:pt x="4211" y="2451"/>
                    </a:cubicBezTo>
                    <a:cubicBezTo>
                      <a:pt x="3286" y="992"/>
                      <a:pt x="2050" y="0"/>
                      <a:pt x="1136" y="0"/>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4"/>
              <p:cNvSpPr/>
              <p:nvPr/>
            </p:nvSpPr>
            <p:spPr>
              <a:xfrm flipH="1">
                <a:off x="2336215" y="1221689"/>
                <a:ext cx="1421871" cy="692910"/>
              </a:xfrm>
              <a:custGeom>
                <a:avLst/>
                <a:gdLst/>
                <a:ahLst/>
                <a:cxnLst/>
                <a:rect l="l" t="t" r="r" b="b"/>
                <a:pathLst>
                  <a:path w="7888" h="3844" extrusionOk="0">
                    <a:moveTo>
                      <a:pt x="2863" y="201"/>
                    </a:moveTo>
                    <a:cubicBezTo>
                      <a:pt x="3287" y="201"/>
                      <a:pt x="3732" y="245"/>
                      <a:pt x="4178" y="312"/>
                    </a:cubicBezTo>
                    <a:cubicBezTo>
                      <a:pt x="6138" y="657"/>
                      <a:pt x="7664" y="1671"/>
                      <a:pt x="7520" y="2540"/>
                    </a:cubicBezTo>
                    <a:cubicBezTo>
                      <a:pt x="7397" y="3197"/>
                      <a:pt x="6361" y="3643"/>
                      <a:pt x="4924" y="3643"/>
                    </a:cubicBezTo>
                    <a:cubicBezTo>
                      <a:pt x="4501" y="3643"/>
                      <a:pt x="4067" y="3598"/>
                      <a:pt x="3621" y="3531"/>
                    </a:cubicBezTo>
                    <a:cubicBezTo>
                      <a:pt x="2641" y="3353"/>
                      <a:pt x="1750" y="3030"/>
                      <a:pt x="1115" y="2596"/>
                    </a:cubicBezTo>
                    <a:cubicBezTo>
                      <a:pt x="502" y="2172"/>
                      <a:pt x="212" y="1716"/>
                      <a:pt x="279" y="1303"/>
                    </a:cubicBezTo>
                    <a:cubicBezTo>
                      <a:pt x="391" y="646"/>
                      <a:pt x="1427" y="201"/>
                      <a:pt x="2863" y="201"/>
                    </a:cubicBezTo>
                    <a:close/>
                    <a:moveTo>
                      <a:pt x="2863" y="0"/>
                    </a:moveTo>
                    <a:cubicBezTo>
                      <a:pt x="1304" y="0"/>
                      <a:pt x="212" y="501"/>
                      <a:pt x="79" y="1270"/>
                    </a:cubicBezTo>
                    <a:cubicBezTo>
                      <a:pt x="1" y="1760"/>
                      <a:pt x="324" y="2295"/>
                      <a:pt x="1003" y="2751"/>
                    </a:cubicBezTo>
                    <a:cubicBezTo>
                      <a:pt x="1660" y="3208"/>
                      <a:pt x="2585" y="3553"/>
                      <a:pt x="3588" y="3721"/>
                    </a:cubicBezTo>
                    <a:cubicBezTo>
                      <a:pt x="4044" y="3799"/>
                      <a:pt x="4490" y="3843"/>
                      <a:pt x="4924" y="3843"/>
                    </a:cubicBezTo>
                    <a:cubicBezTo>
                      <a:pt x="6484" y="3843"/>
                      <a:pt x="7575" y="3342"/>
                      <a:pt x="7709" y="2573"/>
                    </a:cubicBezTo>
                    <a:cubicBezTo>
                      <a:pt x="7887" y="1571"/>
                      <a:pt x="6350" y="490"/>
                      <a:pt x="4211" y="123"/>
                    </a:cubicBezTo>
                    <a:cubicBezTo>
                      <a:pt x="3755" y="45"/>
                      <a:pt x="3298" y="0"/>
                      <a:pt x="2863" y="0"/>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4"/>
              <p:cNvSpPr/>
              <p:nvPr/>
            </p:nvSpPr>
            <p:spPr>
              <a:xfrm flipH="1">
                <a:off x="2448697" y="1006825"/>
                <a:ext cx="1156712" cy="1122463"/>
              </a:xfrm>
              <a:custGeom>
                <a:avLst/>
                <a:gdLst/>
                <a:ahLst/>
                <a:cxnLst/>
                <a:rect l="l" t="t" r="r" b="b"/>
                <a:pathLst>
                  <a:path w="6417" h="6227" extrusionOk="0">
                    <a:moveTo>
                      <a:pt x="4913" y="201"/>
                    </a:moveTo>
                    <a:cubicBezTo>
                      <a:pt x="5169" y="201"/>
                      <a:pt x="5380" y="268"/>
                      <a:pt x="5536" y="412"/>
                    </a:cubicBezTo>
                    <a:cubicBezTo>
                      <a:pt x="6182" y="1003"/>
                      <a:pt x="5592" y="2752"/>
                      <a:pt x="4244" y="4211"/>
                    </a:cubicBezTo>
                    <a:cubicBezTo>
                      <a:pt x="3242" y="5314"/>
                      <a:pt x="2039" y="6026"/>
                      <a:pt x="1192" y="6026"/>
                    </a:cubicBezTo>
                    <a:cubicBezTo>
                      <a:pt x="925" y="6026"/>
                      <a:pt x="724" y="5960"/>
                      <a:pt x="568" y="5815"/>
                    </a:cubicBezTo>
                    <a:cubicBezTo>
                      <a:pt x="257" y="5536"/>
                      <a:pt x="212" y="4991"/>
                      <a:pt x="446" y="4278"/>
                    </a:cubicBezTo>
                    <a:cubicBezTo>
                      <a:pt x="680" y="3554"/>
                      <a:pt x="1181" y="2740"/>
                      <a:pt x="1849" y="2016"/>
                    </a:cubicBezTo>
                    <a:cubicBezTo>
                      <a:pt x="2863" y="914"/>
                      <a:pt x="4066" y="201"/>
                      <a:pt x="4913" y="201"/>
                    </a:cubicBezTo>
                    <a:close/>
                    <a:moveTo>
                      <a:pt x="4913" y="0"/>
                    </a:moveTo>
                    <a:cubicBezTo>
                      <a:pt x="4010" y="0"/>
                      <a:pt x="2752" y="735"/>
                      <a:pt x="1705" y="1883"/>
                    </a:cubicBezTo>
                    <a:cubicBezTo>
                      <a:pt x="1014" y="2629"/>
                      <a:pt x="502" y="3464"/>
                      <a:pt x="257" y="4222"/>
                    </a:cubicBezTo>
                    <a:cubicBezTo>
                      <a:pt x="0" y="5002"/>
                      <a:pt x="67" y="5625"/>
                      <a:pt x="435" y="5971"/>
                    </a:cubicBezTo>
                    <a:cubicBezTo>
                      <a:pt x="624" y="6138"/>
                      <a:pt x="880" y="6227"/>
                      <a:pt x="1192" y="6227"/>
                    </a:cubicBezTo>
                    <a:cubicBezTo>
                      <a:pt x="2094" y="6227"/>
                      <a:pt x="3353" y="5492"/>
                      <a:pt x="4400" y="4344"/>
                    </a:cubicBezTo>
                    <a:cubicBezTo>
                      <a:pt x="5859" y="2752"/>
                      <a:pt x="6416" y="958"/>
                      <a:pt x="5670" y="256"/>
                    </a:cubicBezTo>
                    <a:cubicBezTo>
                      <a:pt x="5481" y="89"/>
                      <a:pt x="5225" y="0"/>
                      <a:pt x="4913" y="0"/>
                    </a:cubicBezTo>
                    <a:close/>
                  </a:path>
                </a:pathLst>
              </a:cu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4"/>
              <p:cNvSpPr/>
              <p:nvPr/>
            </p:nvSpPr>
            <p:spPr>
              <a:xfrm flipH="1">
                <a:off x="2400575" y="1127235"/>
                <a:ext cx="217030" cy="204953"/>
              </a:xfrm>
              <a:custGeom>
                <a:avLst/>
                <a:gdLst/>
                <a:ahLst/>
                <a:cxnLst/>
                <a:rect l="l" t="t" r="r" b="b"/>
                <a:pathLst>
                  <a:path w="1204" h="1137" extrusionOk="0">
                    <a:moveTo>
                      <a:pt x="1159" y="647"/>
                    </a:moveTo>
                    <a:cubicBezTo>
                      <a:pt x="1115" y="936"/>
                      <a:pt x="836" y="1137"/>
                      <a:pt x="524" y="1092"/>
                    </a:cubicBezTo>
                    <a:cubicBezTo>
                      <a:pt x="212" y="1048"/>
                      <a:pt x="1" y="780"/>
                      <a:pt x="45" y="491"/>
                    </a:cubicBezTo>
                    <a:cubicBezTo>
                      <a:pt x="79" y="201"/>
                      <a:pt x="368" y="1"/>
                      <a:pt x="669" y="45"/>
                    </a:cubicBezTo>
                    <a:cubicBezTo>
                      <a:pt x="981" y="90"/>
                      <a:pt x="1204" y="357"/>
                      <a:pt x="1159" y="647"/>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4"/>
              <p:cNvSpPr/>
              <p:nvPr/>
            </p:nvSpPr>
            <p:spPr>
              <a:xfrm flipH="1">
                <a:off x="2436628" y="1162746"/>
                <a:ext cx="74446" cy="69399"/>
              </a:xfrm>
              <a:custGeom>
                <a:avLst/>
                <a:gdLst/>
                <a:ahLst/>
                <a:cxnLst/>
                <a:rect l="l" t="t" r="r" b="b"/>
                <a:pathLst>
                  <a:path w="413" h="385" extrusionOk="0">
                    <a:moveTo>
                      <a:pt x="196" y="0"/>
                    </a:moveTo>
                    <a:cubicBezTo>
                      <a:pt x="101" y="0"/>
                      <a:pt x="21" y="71"/>
                      <a:pt x="11" y="160"/>
                    </a:cubicBezTo>
                    <a:cubicBezTo>
                      <a:pt x="0" y="271"/>
                      <a:pt x="67" y="361"/>
                      <a:pt x="178" y="383"/>
                    </a:cubicBezTo>
                    <a:cubicBezTo>
                      <a:pt x="186" y="384"/>
                      <a:pt x="194" y="384"/>
                      <a:pt x="202" y="384"/>
                    </a:cubicBezTo>
                    <a:cubicBezTo>
                      <a:pt x="302" y="384"/>
                      <a:pt x="380" y="319"/>
                      <a:pt x="401" y="216"/>
                    </a:cubicBezTo>
                    <a:cubicBezTo>
                      <a:pt x="412" y="115"/>
                      <a:pt x="334" y="15"/>
                      <a:pt x="234" y="4"/>
                    </a:cubicBezTo>
                    <a:cubicBezTo>
                      <a:pt x="221" y="2"/>
                      <a:pt x="208" y="0"/>
                      <a:pt x="196" y="0"/>
                    </a:cubicBezTo>
                    <a:close/>
                  </a:path>
                </a:pathLst>
              </a:custGeom>
              <a:solidFill>
                <a:srgbClr val="FFFFFF">
                  <a:alpha val="48370"/>
                </a:srgbClr>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4"/>
              <p:cNvSpPr/>
              <p:nvPr/>
            </p:nvSpPr>
            <p:spPr>
              <a:xfrm flipH="1">
                <a:off x="2597235" y="2056814"/>
                <a:ext cx="207116" cy="199004"/>
              </a:xfrm>
              <a:custGeom>
                <a:avLst/>
                <a:gdLst/>
                <a:ahLst/>
                <a:cxnLst/>
                <a:rect l="l" t="t" r="r" b="b"/>
                <a:pathLst>
                  <a:path w="1149" h="1104" extrusionOk="0">
                    <a:moveTo>
                      <a:pt x="1104" y="625"/>
                    </a:moveTo>
                    <a:cubicBezTo>
                      <a:pt x="1059" y="903"/>
                      <a:pt x="792" y="1104"/>
                      <a:pt x="502" y="1059"/>
                    </a:cubicBezTo>
                    <a:cubicBezTo>
                      <a:pt x="212" y="1015"/>
                      <a:pt x="1" y="758"/>
                      <a:pt x="45" y="469"/>
                    </a:cubicBezTo>
                    <a:cubicBezTo>
                      <a:pt x="90" y="190"/>
                      <a:pt x="357" y="1"/>
                      <a:pt x="647" y="46"/>
                    </a:cubicBezTo>
                    <a:cubicBezTo>
                      <a:pt x="936" y="79"/>
                      <a:pt x="1148" y="346"/>
                      <a:pt x="1104" y="625"/>
                    </a:cubicBezTo>
                    <a:close/>
                  </a:path>
                </a:pathLst>
              </a:custGeom>
              <a:gradFill>
                <a:gsLst>
                  <a:gs pos="0">
                    <a:schemeClr val="accent5"/>
                  </a:gs>
                  <a:gs pos="100000">
                    <a:schemeClr val="accent3"/>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4"/>
              <p:cNvSpPr/>
              <p:nvPr/>
            </p:nvSpPr>
            <p:spPr>
              <a:xfrm flipH="1">
                <a:off x="2633468" y="2090882"/>
                <a:ext cx="62369" cy="60747"/>
              </a:xfrm>
              <a:custGeom>
                <a:avLst/>
                <a:gdLst/>
                <a:ahLst/>
                <a:cxnLst/>
                <a:rect l="l" t="t" r="r" b="b"/>
                <a:pathLst>
                  <a:path w="346" h="337" extrusionOk="0">
                    <a:moveTo>
                      <a:pt x="170" y="0"/>
                    </a:moveTo>
                    <a:cubicBezTo>
                      <a:pt x="89" y="0"/>
                      <a:pt x="22" y="64"/>
                      <a:pt x="11" y="146"/>
                    </a:cubicBezTo>
                    <a:cubicBezTo>
                      <a:pt x="0" y="235"/>
                      <a:pt x="56" y="313"/>
                      <a:pt x="145" y="335"/>
                    </a:cubicBezTo>
                    <a:cubicBezTo>
                      <a:pt x="152" y="336"/>
                      <a:pt x="158" y="337"/>
                      <a:pt x="165" y="337"/>
                    </a:cubicBezTo>
                    <a:cubicBezTo>
                      <a:pt x="245" y="337"/>
                      <a:pt x="314" y="273"/>
                      <a:pt x="334" y="191"/>
                    </a:cubicBezTo>
                    <a:cubicBezTo>
                      <a:pt x="346" y="102"/>
                      <a:pt x="279" y="12"/>
                      <a:pt x="190" y="1"/>
                    </a:cubicBezTo>
                    <a:cubicBezTo>
                      <a:pt x="183" y="1"/>
                      <a:pt x="177" y="0"/>
                      <a:pt x="170" y="0"/>
                    </a:cubicBezTo>
                    <a:close/>
                  </a:path>
                </a:pathLst>
              </a:custGeom>
              <a:solidFill>
                <a:srgbClr val="FFFFFF">
                  <a:alpha val="48370"/>
                </a:srgbClr>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4"/>
              <p:cNvSpPr/>
              <p:nvPr/>
            </p:nvSpPr>
            <p:spPr>
              <a:xfrm flipH="1">
                <a:off x="2910520" y="1442683"/>
                <a:ext cx="291296" cy="266240"/>
              </a:xfrm>
              <a:custGeom>
                <a:avLst/>
                <a:gdLst/>
                <a:ahLst/>
                <a:cxnLst/>
                <a:rect l="l" t="t" r="r" b="b"/>
                <a:pathLst>
                  <a:path w="1616" h="1477" extrusionOk="0">
                    <a:moveTo>
                      <a:pt x="792" y="1"/>
                    </a:moveTo>
                    <a:cubicBezTo>
                      <a:pt x="429" y="1"/>
                      <a:pt x="117" y="263"/>
                      <a:pt x="67" y="634"/>
                    </a:cubicBezTo>
                    <a:cubicBezTo>
                      <a:pt x="0" y="1035"/>
                      <a:pt x="290" y="1414"/>
                      <a:pt x="702" y="1470"/>
                    </a:cubicBezTo>
                    <a:cubicBezTo>
                      <a:pt x="737" y="1475"/>
                      <a:pt x="772" y="1477"/>
                      <a:pt x="807" y="1477"/>
                    </a:cubicBezTo>
                    <a:cubicBezTo>
                      <a:pt x="1179" y="1477"/>
                      <a:pt x="1509" y="1213"/>
                      <a:pt x="1560" y="846"/>
                    </a:cubicBezTo>
                    <a:cubicBezTo>
                      <a:pt x="1615" y="445"/>
                      <a:pt x="1326" y="66"/>
                      <a:pt x="914" y="11"/>
                    </a:cubicBezTo>
                    <a:cubicBezTo>
                      <a:pt x="873" y="4"/>
                      <a:pt x="832" y="1"/>
                      <a:pt x="792" y="1"/>
                    </a:cubicBezTo>
                    <a:close/>
                  </a:path>
                </a:pathLst>
              </a:custGeom>
              <a:gradFill>
                <a:gsLst>
                  <a:gs pos="0">
                    <a:schemeClr val="accent4"/>
                  </a:gs>
                  <a:gs pos="100000">
                    <a:schemeClr val="accent5"/>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4"/>
              <p:cNvSpPr/>
              <p:nvPr/>
            </p:nvSpPr>
            <p:spPr>
              <a:xfrm flipH="1">
                <a:off x="2964778" y="1476030"/>
                <a:ext cx="104549" cy="93734"/>
              </a:xfrm>
              <a:custGeom>
                <a:avLst/>
                <a:gdLst/>
                <a:ahLst/>
                <a:cxnLst/>
                <a:rect l="l" t="t" r="r" b="b"/>
                <a:pathLst>
                  <a:path w="580" h="520" extrusionOk="0">
                    <a:moveTo>
                      <a:pt x="283" y="1"/>
                    </a:moveTo>
                    <a:cubicBezTo>
                      <a:pt x="154" y="1"/>
                      <a:pt x="43" y="94"/>
                      <a:pt x="23" y="215"/>
                    </a:cubicBezTo>
                    <a:cubicBezTo>
                      <a:pt x="0" y="360"/>
                      <a:pt x="112" y="494"/>
                      <a:pt x="257" y="516"/>
                    </a:cubicBezTo>
                    <a:cubicBezTo>
                      <a:pt x="270" y="518"/>
                      <a:pt x="284" y="519"/>
                      <a:pt x="297" y="519"/>
                    </a:cubicBezTo>
                    <a:cubicBezTo>
                      <a:pt x="426" y="519"/>
                      <a:pt x="537" y="425"/>
                      <a:pt x="557" y="293"/>
                    </a:cubicBezTo>
                    <a:cubicBezTo>
                      <a:pt x="580" y="149"/>
                      <a:pt x="479" y="26"/>
                      <a:pt x="323" y="4"/>
                    </a:cubicBezTo>
                    <a:cubicBezTo>
                      <a:pt x="310" y="2"/>
                      <a:pt x="296" y="1"/>
                      <a:pt x="283" y="1"/>
                    </a:cubicBezTo>
                    <a:close/>
                  </a:path>
                </a:pathLst>
              </a:custGeom>
              <a:solidFill>
                <a:srgbClr val="FFFFFF">
                  <a:alpha val="48370"/>
                </a:srgbClr>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4"/>
              <p:cNvSpPr/>
              <p:nvPr/>
            </p:nvSpPr>
            <p:spPr>
              <a:xfrm flipH="1">
                <a:off x="3609193" y="1340117"/>
                <a:ext cx="217030" cy="213064"/>
              </a:xfrm>
              <a:custGeom>
                <a:avLst/>
                <a:gdLst/>
                <a:ahLst/>
                <a:cxnLst/>
                <a:rect l="l" t="t" r="r" b="b"/>
                <a:pathLst>
                  <a:path w="1204" h="1182" extrusionOk="0">
                    <a:moveTo>
                      <a:pt x="1158" y="669"/>
                    </a:moveTo>
                    <a:cubicBezTo>
                      <a:pt x="1114" y="981"/>
                      <a:pt x="835" y="1181"/>
                      <a:pt x="524" y="1137"/>
                    </a:cubicBezTo>
                    <a:cubicBezTo>
                      <a:pt x="223" y="1092"/>
                      <a:pt x="0" y="813"/>
                      <a:pt x="45" y="513"/>
                    </a:cubicBezTo>
                    <a:cubicBezTo>
                      <a:pt x="89" y="212"/>
                      <a:pt x="379" y="0"/>
                      <a:pt x="680" y="45"/>
                    </a:cubicBezTo>
                    <a:cubicBezTo>
                      <a:pt x="991" y="89"/>
                      <a:pt x="1203" y="368"/>
                      <a:pt x="1158" y="669"/>
                    </a:cubicBez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4"/>
              <p:cNvSpPr/>
              <p:nvPr/>
            </p:nvSpPr>
            <p:spPr>
              <a:xfrm flipH="1">
                <a:off x="3657503" y="1381937"/>
                <a:ext cx="68498" cy="60927"/>
              </a:xfrm>
              <a:custGeom>
                <a:avLst/>
                <a:gdLst/>
                <a:ahLst/>
                <a:cxnLst/>
                <a:rect l="l" t="t" r="r" b="b"/>
                <a:pathLst>
                  <a:path w="380" h="338" extrusionOk="0">
                    <a:moveTo>
                      <a:pt x="190" y="1"/>
                    </a:moveTo>
                    <a:cubicBezTo>
                      <a:pt x="109" y="1"/>
                      <a:pt x="33" y="55"/>
                      <a:pt x="12" y="147"/>
                    </a:cubicBezTo>
                    <a:cubicBezTo>
                      <a:pt x="1" y="236"/>
                      <a:pt x="68" y="325"/>
                      <a:pt x="168" y="336"/>
                    </a:cubicBezTo>
                    <a:cubicBezTo>
                      <a:pt x="177" y="337"/>
                      <a:pt x="185" y="338"/>
                      <a:pt x="193" y="338"/>
                    </a:cubicBezTo>
                    <a:cubicBezTo>
                      <a:pt x="283" y="338"/>
                      <a:pt x="358" y="283"/>
                      <a:pt x="369" y="192"/>
                    </a:cubicBezTo>
                    <a:cubicBezTo>
                      <a:pt x="380" y="102"/>
                      <a:pt x="313" y="13"/>
                      <a:pt x="213" y="2"/>
                    </a:cubicBezTo>
                    <a:cubicBezTo>
                      <a:pt x="205" y="1"/>
                      <a:pt x="198" y="1"/>
                      <a:pt x="190" y="1"/>
                    </a:cubicBezTo>
                    <a:close/>
                  </a:path>
                </a:pathLst>
              </a:custGeom>
              <a:solidFill>
                <a:srgbClr val="FFFFFF">
                  <a:alpha val="48370"/>
                </a:srgbClr>
              </a:soli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ZoneTexte 1">
            <a:extLst>
              <a:ext uri="{FF2B5EF4-FFF2-40B4-BE49-F238E27FC236}">
                <a16:creationId xmlns:a16="http://schemas.microsoft.com/office/drawing/2014/main" id="{E1E6C48A-7DE1-9FF1-34A6-E135F01BDE2C}"/>
              </a:ext>
            </a:extLst>
          </p:cNvPr>
          <p:cNvSpPr txBox="1"/>
          <p:nvPr/>
        </p:nvSpPr>
        <p:spPr>
          <a:xfrm>
            <a:off x="689796" y="808183"/>
            <a:ext cx="5440788" cy="461665"/>
          </a:xfrm>
          <a:prstGeom prst="rect">
            <a:avLst/>
          </a:prstGeom>
          <a:noFill/>
        </p:spPr>
        <p:txBody>
          <a:bodyPr wrap="square" rtlCol="0">
            <a:spAutoFit/>
          </a:bodyPr>
          <a:lstStyle/>
          <a:p>
            <a:r>
              <a:rPr lang="fr-FR" sz="2400" b="1" dirty="0">
                <a:solidFill>
                  <a:schemeClr val="bg1"/>
                </a:solidFill>
              </a:rPr>
              <a:t>FABLAB-FSK : ROBOTIQUE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DC2BC37E-C9C2-3DCA-A658-F9FCC3453063}"/>
              </a:ext>
            </a:extLst>
          </p:cNvPr>
          <p:cNvSpPr>
            <a:spLocks noGrp="1"/>
          </p:cNvSpPr>
          <p:nvPr>
            <p:ph type="body" idx="1"/>
          </p:nvPr>
        </p:nvSpPr>
        <p:spPr>
          <a:xfrm>
            <a:off x="276988" y="878266"/>
            <a:ext cx="8590023" cy="3936190"/>
          </a:xfrm>
        </p:spPr>
        <p:txBody>
          <a:bodyPr/>
          <a:lstStyle/>
          <a:p>
            <a:pPr marL="139700" indent="0">
              <a:buNone/>
            </a:pPr>
            <a:r>
              <a:rPr lang="fr-FR" sz="1300" dirty="0">
                <a:latin typeface="+mn-lt"/>
              </a:rPr>
              <a:t>La Robotique fait partie des sciences des objets et des systèmes artificiels. Elle peut être vue comme la science de la perception et du mouvement et de leur intégration en une machine physique, mécanique et informatique.</a:t>
            </a:r>
          </a:p>
          <a:p>
            <a:pPr marL="139700" indent="0">
              <a:buNone/>
            </a:pPr>
            <a:endParaRPr lang="fr-FR" sz="1300" dirty="0">
              <a:latin typeface="+mn-lt"/>
            </a:endParaRPr>
          </a:p>
          <a:p>
            <a:pPr marL="139700" indent="0">
              <a:buNone/>
            </a:pPr>
            <a:r>
              <a:rPr lang="fr-FR" sz="1300" dirty="0">
                <a:latin typeface="+mn-lt"/>
              </a:rPr>
              <a:t>Un robot est donc un système matériel possédant des capacités de perception, d’action, de décision et de communication, parfois capable d’améliorer ses propres performances par apprentissage automatique ou superviser par des humains, pour : </a:t>
            </a:r>
          </a:p>
          <a:p>
            <a:pPr marL="139700" indent="0">
              <a:buNone/>
            </a:pPr>
            <a:endParaRPr lang="fr-FR" sz="1300" dirty="0">
              <a:latin typeface="+mn-lt"/>
            </a:endParaRPr>
          </a:p>
          <a:p>
            <a:pPr marL="139700" indent="0">
              <a:buNone/>
            </a:pPr>
            <a:r>
              <a:rPr lang="fr-FR" sz="1300" dirty="0">
                <a:latin typeface="+mn-lt"/>
              </a:rPr>
              <a:t>  - agir dans un environnement ouvert ou confiné, dynamique et imparfaitement modélisé. </a:t>
            </a:r>
          </a:p>
          <a:p>
            <a:pPr marL="139700" indent="0">
              <a:buNone/>
            </a:pPr>
            <a:endParaRPr lang="fr-FR" sz="1300" dirty="0">
              <a:latin typeface="+mn-lt"/>
            </a:endParaRPr>
          </a:p>
          <a:p>
            <a:pPr marL="139700" indent="0">
              <a:buNone/>
            </a:pPr>
            <a:r>
              <a:rPr lang="fr-FR" sz="1300" dirty="0">
                <a:latin typeface="+mn-lt"/>
              </a:rPr>
              <a:t>  - exécuter de façon autonome ou en relation avec un humain, des tâches d’observation, d’exploration, de  </a:t>
            </a:r>
          </a:p>
          <a:p>
            <a:pPr marL="139700" indent="0">
              <a:buNone/>
            </a:pPr>
            <a:r>
              <a:rPr lang="fr-FR" sz="1300" dirty="0">
                <a:latin typeface="+mn-lt"/>
              </a:rPr>
              <a:t>    modélisation,     </a:t>
            </a:r>
          </a:p>
          <a:p>
            <a:pPr marL="139700" indent="0">
              <a:buNone/>
            </a:pPr>
            <a:r>
              <a:rPr lang="fr-FR" sz="1300" dirty="0">
                <a:latin typeface="+mn-lt"/>
              </a:rPr>
              <a:t>    de manipulation et/ou d’intervention sur l’environnement, </a:t>
            </a:r>
          </a:p>
          <a:p>
            <a:pPr marL="139700" indent="0">
              <a:buNone/>
            </a:pPr>
            <a:endParaRPr lang="fr-FR" sz="1300" dirty="0">
              <a:latin typeface="+mn-lt"/>
            </a:endParaRPr>
          </a:p>
          <a:p>
            <a:pPr marL="139700" indent="0">
              <a:buNone/>
            </a:pPr>
            <a:r>
              <a:rPr lang="fr-FR" sz="1300" dirty="0">
                <a:latin typeface="+mn-lt"/>
              </a:rPr>
              <a:t>  - interagir avec d’autres machines ou avec des humains, matériellement ou virtuellement. </a:t>
            </a:r>
          </a:p>
          <a:p>
            <a:pPr marL="139700" indent="0">
              <a:buNone/>
            </a:pPr>
            <a:endParaRPr lang="fr-FR" sz="1300" dirty="0">
              <a:latin typeface="+mn-lt"/>
            </a:endParaRPr>
          </a:p>
          <a:p>
            <a:pPr marL="139700" indent="0">
              <a:buNone/>
            </a:pPr>
            <a:r>
              <a:rPr lang="fr-FR" sz="1300" dirty="0">
                <a:latin typeface="+mn-lt"/>
              </a:rPr>
              <a:t>De point de vue de l’automatique, Le robot est un système automatisé avec une partie commande et une partie opérative ces deux partie reliées entre elles. Ce système automatisé est basé sur un microcontrôleur, qui a une tâche bien précise, ce qui nécessite l’utilisation d’une carte à microcontrôleur « carte Arduino ».</a:t>
            </a:r>
          </a:p>
        </p:txBody>
      </p:sp>
      <p:sp>
        <p:nvSpPr>
          <p:cNvPr id="4" name="Google Shape;290;p35">
            <a:extLst>
              <a:ext uri="{FF2B5EF4-FFF2-40B4-BE49-F238E27FC236}">
                <a16:creationId xmlns:a16="http://schemas.microsoft.com/office/drawing/2014/main" id="{876A4805-AA7C-F663-AFBA-E44D17847DB6}"/>
              </a:ext>
            </a:extLst>
          </p:cNvPr>
          <p:cNvSpPr txBox="1">
            <a:spLocks noGrp="1"/>
          </p:cNvSpPr>
          <p:nvPr>
            <p:ph type="title"/>
          </p:nvPr>
        </p:nvSpPr>
        <p:spPr>
          <a:xfrm>
            <a:off x="2220232" y="55418"/>
            <a:ext cx="4249841" cy="5873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u="sng" dirty="0">
                <a:solidFill>
                  <a:schemeClr val="accent6"/>
                </a:solidFill>
              </a:rPr>
              <a:t>Introduction générale</a:t>
            </a:r>
            <a:endParaRPr b="1" u="sng" dirty="0">
              <a:solidFill>
                <a:schemeClr val="accent6"/>
              </a:solidFill>
            </a:endParaRPr>
          </a:p>
        </p:txBody>
      </p:sp>
    </p:spTree>
    <p:extLst>
      <p:ext uri="{BB962C8B-B14F-4D97-AF65-F5344CB8AC3E}">
        <p14:creationId xmlns:p14="http://schemas.microsoft.com/office/powerpoint/2010/main" val="1243129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5"/>
          <p:cNvSpPr txBox="1">
            <a:spLocks noGrp="1"/>
          </p:cNvSpPr>
          <p:nvPr>
            <p:ph type="title"/>
          </p:nvPr>
        </p:nvSpPr>
        <p:spPr>
          <a:xfrm>
            <a:off x="1816050" y="-50897"/>
            <a:ext cx="5110350" cy="4869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u="sng" dirty="0">
                <a:solidFill>
                  <a:schemeClr val="accent6"/>
                </a:solidFill>
              </a:rPr>
              <a:t>Les composants de Robots</a:t>
            </a:r>
            <a:endParaRPr b="1" u="sng" dirty="0">
              <a:solidFill>
                <a:schemeClr val="accent6"/>
              </a:solidFill>
            </a:endParaRPr>
          </a:p>
        </p:txBody>
      </p:sp>
      <p:sp>
        <p:nvSpPr>
          <p:cNvPr id="291" name="Google Shape;291;p35"/>
          <p:cNvSpPr txBox="1">
            <a:spLocks noGrp="1"/>
          </p:cNvSpPr>
          <p:nvPr>
            <p:ph type="body" idx="1"/>
          </p:nvPr>
        </p:nvSpPr>
        <p:spPr>
          <a:xfrm>
            <a:off x="399413" y="568463"/>
            <a:ext cx="8345175" cy="138695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FR" dirty="0">
                <a:latin typeface="+mn-lt"/>
              </a:rPr>
              <a:t>Le robot est une machine pouvant manipuler des objets en réalisant des mouvements variés dictés par un programme aisément modifiable.</a:t>
            </a:r>
          </a:p>
          <a:p>
            <a:pPr marL="0" lvl="0" indent="0" algn="l" rtl="0">
              <a:spcBef>
                <a:spcPts val="0"/>
              </a:spcBef>
              <a:spcAft>
                <a:spcPts val="0"/>
              </a:spcAft>
              <a:buClr>
                <a:schemeClr val="dk1"/>
              </a:buClr>
              <a:buSzPts val="1100"/>
              <a:buFont typeface="Arial"/>
              <a:buNone/>
            </a:pPr>
            <a:r>
              <a:rPr lang="fr-FR" dirty="0">
                <a:latin typeface="+mn-lt"/>
              </a:rPr>
              <a:t>Programmer un robot consiste, dans un premier temps, à lui spécifier la séquence des mouvements qu'il devra réaliser. Un robot, en tant que système, se compose des éléments, qui sont intégrés ensemble pour former un ensemble. La plus par des robots contient les éléments suivants:</a:t>
            </a:r>
            <a:endParaRPr dirty="0">
              <a:latin typeface="+mn-lt"/>
            </a:endParaRPr>
          </a:p>
        </p:txBody>
      </p:sp>
      <p:sp>
        <p:nvSpPr>
          <p:cNvPr id="3" name="ZoneTexte 2">
            <a:extLst>
              <a:ext uri="{FF2B5EF4-FFF2-40B4-BE49-F238E27FC236}">
                <a16:creationId xmlns:a16="http://schemas.microsoft.com/office/drawing/2014/main" id="{B1DC53B8-F3FF-9136-80D0-9AE8393EC672}"/>
              </a:ext>
            </a:extLst>
          </p:cNvPr>
          <p:cNvSpPr txBox="1"/>
          <p:nvPr/>
        </p:nvSpPr>
        <p:spPr>
          <a:xfrm>
            <a:off x="399412" y="1690023"/>
            <a:ext cx="8523769" cy="3231654"/>
          </a:xfrm>
          <a:prstGeom prst="rect">
            <a:avLst/>
          </a:prstGeom>
          <a:noFill/>
        </p:spPr>
        <p:txBody>
          <a:bodyPr wrap="square">
            <a:spAutoFit/>
          </a:bodyPr>
          <a:lstStyle/>
          <a:p>
            <a:r>
              <a:rPr lang="fr-FR" sz="1200" b="1" dirty="0">
                <a:solidFill>
                  <a:srgbClr val="FF0000"/>
                </a:solidFill>
              </a:rPr>
              <a:t>Manipulateur: </a:t>
            </a:r>
            <a:r>
              <a:rPr lang="fr-FR" sz="1200" dirty="0">
                <a:solidFill>
                  <a:schemeClr val="bg1"/>
                </a:solidFill>
              </a:rPr>
              <a:t>c'est le corps principal du robot qui comprend les jonctions, les articulations, et d'autres éléments de structure du robot. Il convient de noter ici que le manipulateur seul n'est pas un robot. </a:t>
            </a:r>
          </a:p>
          <a:p>
            <a:endParaRPr lang="fr-FR" sz="1200" dirty="0">
              <a:solidFill>
                <a:srgbClr val="FF0000"/>
              </a:solidFill>
            </a:endParaRPr>
          </a:p>
          <a:p>
            <a:r>
              <a:rPr lang="fr-FR" sz="1200" b="1" dirty="0">
                <a:solidFill>
                  <a:srgbClr val="FF0000"/>
                </a:solidFill>
              </a:rPr>
              <a:t>Effecteur finale: </a:t>
            </a:r>
            <a:r>
              <a:rPr lang="fr-FR" sz="1200" dirty="0">
                <a:solidFill>
                  <a:schemeClr val="bg1"/>
                </a:solidFill>
              </a:rPr>
              <a:t>cette partie est reliée à la dernière jonction (main) d'un manipulateur qui gère généralement les objets, établit des connexions à d'autres machines ou effectue les tâches requises.</a:t>
            </a:r>
          </a:p>
          <a:p>
            <a:endParaRPr lang="fr-FR" sz="1200" dirty="0">
              <a:solidFill>
                <a:srgbClr val="FF0000"/>
              </a:solidFill>
            </a:endParaRPr>
          </a:p>
          <a:p>
            <a:r>
              <a:rPr lang="fr-FR" sz="1200" b="1" dirty="0">
                <a:solidFill>
                  <a:srgbClr val="FF0000"/>
                </a:solidFill>
              </a:rPr>
              <a:t>Actionneurs: </a:t>
            </a:r>
            <a:r>
              <a:rPr lang="fr-FR" sz="1200" dirty="0">
                <a:solidFill>
                  <a:schemeClr val="bg1"/>
                </a:solidFill>
              </a:rPr>
              <a:t>les actionneurs sont les «muscles» de manipulateurs. Le contrôleur envoie des signaux aux actionneurs, qui, à son tour, déplacent les articulations du robot et des jonctions, les types communs des actionneurs sont les servomoteurs, les moteurs pas à pas, les actionneurs pneumatiques et les vérins hydrauliques. Les actionneurs sont sous le contrôle du contrôleur.</a:t>
            </a:r>
          </a:p>
          <a:p>
            <a:endParaRPr lang="fr-FR" sz="1200" dirty="0">
              <a:solidFill>
                <a:srgbClr val="FF0000"/>
              </a:solidFill>
            </a:endParaRPr>
          </a:p>
          <a:p>
            <a:r>
              <a:rPr lang="fr-FR" sz="1200" b="1" dirty="0">
                <a:solidFill>
                  <a:srgbClr val="FF0000"/>
                </a:solidFill>
              </a:rPr>
              <a:t>Capteurs: </a:t>
            </a:r>
            <a:r>
              <a:rPr lang="fr-FR" sz="1200" dirty="0">
                <a:solidFill>
                  <a:schemeClr val="bg1"/>
                </a:solidFill>
              </a:rPr>
              <a:t>les capteurs sont utilisés pour recueillir des informations sur l'état interne du robot ou pour communiquer avec l'environnement extérieur. Comme chez l'humain, le dispositif de commande de robot doit connaître l'emplacement de chaque lien du robot afin de connaître la configuration du robot. Toujours comme vos principaux sens de la vue, le toucher, l'ouïe, le goût, et la parole, les robots sont équipés de dispositifs sensoriels externes comme un système de vision, le toucher et les capteurs tactiles, synthétiseur de parole, et grâce à eux le robot peut communiquer avec le monde extérieur.</a:t>
            </a:r>
          </a:p>
          <a:p>
            <a:endParaRPr lang="fr-FR" sz="12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6"/>
          <p:cNvSpPr txBox="1">
            <a:spLocks noGrp="1"/>
          </p:cNvSpPr>
          <p:nvPr>
            <p:ph type="title"/>
          </p:nvPr>
        </p:nvSpPr>
        <p:spPr>
          <a:xfrm>
            <a:off x="2538016" y="-49971"/>
            <a:ext cx="3610784" cy="7326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u="sng" dirty="0">
                <a:solidFill>
                  <a:schemeClr val="accent6"/>
                </a:solidFill>
              </a:rPr>
              <a:t>Les robots mobiles</a:t>
            </a:r>
            <a:endParaRPr b="1" u="sng" dirty="0">
              <a:solidFill>
                <a:schemeClr val="accent6"/>
              </a:solidFill>
            </a:endParaRPr>
          </a:p>
        </p:txBody>
      </p:sp>
      <p:grpSp>
        <p:nvGrpSpPr>
          <p:cNvPr id="316" name="Google Shape;316;p36"/>
          <p:cNvGrpSpPr/>
          <p:nvPr/>
        </p:nvGrpSpPr>
        <p:grpSpPr>
          <a:xfrm>
            <a:off x="7513211" y="364441"/>
            <a:ext cx="1601146" cy="1197564"/>
            <a:chOff x="7343425" y="328575"/>
            <a:chExt cx="1354149" cy="1012825"/>
          </a:xfrm>
        </p:grpSpPr>
        <p:sp>
          <p:nvSpPr>
            <p:cNvPr id="317" name="Google Shape;317;p36"/>
            <p:cNvSpPr/>
            <p:nvPr/>
          </p:nvSpPr>
          <p:spPr>
            <a:xfrm>
              <a:off x="7503954" y="981659"/>
              <a:ext cx="140567" cy="257529"/>
            </a:xfrm>
            <a:custGeom>
              <a:avLst/>
              <a:gdLst/>
              <a:ahLst/>
              <a:cxnLst/>
              <a:rect l="l" t="t" r="r" b="b"/>
              <a:pathLst>
                <a:path w="2507" h="4379" extrusionOk="0">
                  <a:moveTo>
                    <a:pt x="1827" y="2774"/>
                  </a:moveTo>
                  <a:cubicBezTo>
                    <a:pt x="1604" y="1972"/>
                    <a:pt x="1883" y="1170"/>
                    <a:pt x="2039" y="836"/>
                  </a:cubicBezTo>
                  <a:cubicBezTo>
                    <a:pt x="1927" y="747"/>
                    <a:pt x="1805" y="669"/>
                    <a:pt x="1694" y="591"/>
                  </a:cubicBezTo>
                  <a:cubicBezTo>
                    <a:pt x="1526" y="480"/>
                    <a:pt x="1337" y="391"/>
                    <a:pt x="1181" y="268"/>
                  </a:cubicBezTo>
                  <a:cubicBezTo>
                    <a:pt x="1070" y="190"/>
                    <a:pt x="970" y="101"/>
                    <a:pt x="869" y="1"/>
                  </a:cubicBezTo>
                  <a:cubicBezTo>
                    <a:pt x="212" y="636"/>
                    <a:pt x="0" y="1761"/>
                    <a:pt x="424" y="2830"/>
                  </a:cubicBezTo>
                  <a:cubicBezTo>
                    <a:pt x="892" y="4011"/>
                    <a:pt x="2195" y="4378"/>
                    <a:pt x="2195" y="4378"/>
                  </a:cubicBezTo>
                  <a:lnTo>
                    <a:pt x="2507" y="4100"/>
                  </a:lnTo>
                  <a:cubicBezTo>
                    <a:pt x="2507" y="4100"/>
                    <a:pt x="2128" y="3822"/>
                    <a:pt x="1827" y="2774"/>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18" name="Google Shape;318;p36"/>
            <p:cNvSpPr/>
            <p:nvPr/>
          </p:nvSpPr>
          <p:spPr>
            <a:xfrm>
              <a:off x="7526438" y="981659"/>
              <a:ext cx="91843" cy="89156"/>
            </a:xfrm>
            <a:custGeom>
              <a:avLst/>
              <a:gdLst/>
              <a:ahLst/>
              <a:cxnLst/>
              <a:rect l="l" t="t" r="r" b="b"/>
              <a:pathLst>
                <a:path w="1638" h="1516" extrusionOk="0">
                  <a:moveTo>
                    <a:pt x="468" y="1"/>
                  </a:moveTo>
                  <a:cubicBezTo>
                    <a:pt x="268" y="201"/>
                    <a:pt x="112" y="435"/>
                    <a:pt x="0" y="714"/>
                  </a:cubicBezTo>
                  <a:cubicBezTo>
                    <a:pt x="179" y="1115"/>
                    <a:pt x="1281" y="1493"/>
                    <a:pt x="1415" y="1516"/>
                  </a:cubicBezTo>
                  <a:cubicBezTo>
                    <a:pt x="1482" y="1226"/>
                    <a:pt x="1571" y="981"/>
                    <a:pt x="1638" y="836"/>
                  </a:cubicBezTo>
                  <a:cubicBezTo>
                    <a:pt x="1526" y="747"/>
                    <a:pt x="1404" y="669"/>
                    <a:pt x="1293" y="591"/>
                  </a:cubicBezTo>
                  <a:cubicBezTo>
                    <a:pt x="1125" y="480"/>
                    <a:pt x="936" y="391"/>
                    <a:pt x="780" y="268"/>
                  </a:cubicBezTo>
                  <a:cubicBezTo>
                    <a:pt x="669" y="190"/>
                    <a:pt x="569" y="101"/>
                    <a:pt x="468" y="1"/>
                  </a:cubicBez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6"/>
            <p:cNvSpPr/>
            <p:nvPr/>
          </p:nvSpPr>
          <p:spPr>
            <a:xfrm>
              <a:off x="7530195" y="826401"/>
              <a:ext cx="474072" cy="246414"/>
            </a:xfrm>
            <a:custGeom>
              <a:avLst/>
              <a:gdLst/>
              <a:ahLst/>
              <a:cxnLst/>
              <a:rect l="l" t="t" r="r" b="b"/>
              <a:pathLst>
                <a:path w="8455" h="4190" extrusionOk="0">
                  <a:moveTo>
                    <a:pt x="7731" y="2641"/>
                  </a:moveTo>
                  <a:lnTo>
                    <a:pt x="5815" y="2708"/>
                  </a:lnTo>
                  <a:lnTo>
                    <a:pt x="3743" y="1"/>
                  </a:lnTo>
                  <a:lnTo>
                    <a:pt x="0" y="3008"/>
                  </a:lnTo>
                  <a:lnTo>
                    <a:pt x="1716" y="3744"/>
                  </a:lnTo>
                  <a:lnTo>
                    <a:pt x="3387" y="1995"/>
                  </a:lnTo>
                  <a:lnTo>
                    <a:pt x="5325" y="4189"/>
                  </a:lnTo>
                  <a:lnTo>
                    <a:pt x="8455" y="3064"/>
                  </a:ln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20" name="Google Shape;320;p36"/>
            <p:cNvSpPr/>
            <p:nvPr/>
          </p:nvSpPr>
          <p:spPr>
            <a:xfrm>
              <a:off x="7601404" y="905030"/>
              <a:ext cx="402863" cy="167785"/>
            </a:xfrm>
            <a:custGeom>
              <a:avLst/>
              <a:gdLst/>
              <a:ahLst/>
              <a:cxnLst/>
              <a:rect l="l" t="t" r="r" b="b"/>
              <a:pathLst>
                <a:path w="7185" h="2853" extrusionOk="0">
                  <a:moveTo>
                    <a:pt x="2206" y="1"/>
                  </a:moveTo>
                  <a:lnTo>
                    <a:pt x="0" y="2206"/>
                  </a:lnTo>
                  <a:lnTo>
                    <a:pt x="446" y="2407"/>
                  </a:lnTo>
                  <a:lnTo>
                    <a:pt x="2117" y="658"/>
                  </a:lnTo>
                  <a:lnTo>
                    <a:pt x="4055" y="2852"/>
                  </a:lnTo>
                  <a:lnTo>
                    <a:pt x="7185" y="1727"/>
                  </a:lnTo>
                  <a:lnTo>
                    <a:pt x="6684" y="1438"/>
                  </a:lnTo>
                  <a:lnTo>
                    <a:pt x="4244" y="2362"/>
                  </a:lnTo>
                  <a:lnTo>
                    <a:pt x="2206" y="1"/>
                  </a:ln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6"/>
            <p:cNvSpPr/>
            <p:nvPr/>
          </p:nvSpPr>
          <p:spPr>
            <a:xfrm>
              <a:off x="7612618" y="1210312"/>
              <a:ext cx="54388" cy="57046"/>
            </a:xfrm>
            <a:custGeom>
              <a:avLst/>
              <a:gdLst/>
              <a:ahLst/>
              <a:cxnLst/>
              <a:rect l="l" t="t" r="r" b="b"/>
              <a:pathLst>
                <a:path w="970" h="970" extrusionOk="0">
                  <a:moveTo>
                    <a:pt x="970" y="490"/>
                  </a:moveTo>
                  <a:cubicBezTo>
                    <a:pt x="970" y="758"/>
                    <a:pt x="758" y="969"/>
                    <a:pt x="480" y="969"/>
                  </a:cubicBezTo>
                  <a:cubicBezTo>
                    <a:pt x="212" y="969"/>
                    <a:pt x="1" y="758"/>
                    <a:pt x="1" y="490"/>
                  </a:cubicBezTo>
                  <a:cubicBezTo>
                    <a:pt x="1" y="212"/>
                    <a:pt x="212" y="0"/>
                    <a:pt x="480" y="0"/>
                  </a:cubicBezTo>
                  <a:cubicBezTo>
                    <a:pt x="758" y="0"/>
                    <a:pt x="970" y="212"/>
                    <a:pt x="970" y="490"/>
                  </a:cubicBez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22" name="Google Shape;322;p36"/>
            <p:cNvSpPr/>
            <p:nvPr/>
          </p:nvSpPr>
          <p:spPr>
            <a:xfrm>
              <a:off x="7526438" y="772061"/>
              <a:ext cx="257361" cy="236534"/>
            </a:xfrm>
            <a:custGeom>
              <a:avLst/>
              <a:gdLst/>
              <a:ahLst/>
              <a:cxnLst/>
              <a:rect l="l" t="t" r="r" b="b"/>
              <a:pathLst>
                <a:path w="4590" h="4022" extrusionOk="0">
                  <a:moveTo>
                    <a:pt x="3988" y="0"/>
                  </a:moveTo>
                  <a:lnTo>
                    <a:pt x="0" y="3843"/>
                  </a:lnTo>
                  <a:lnTo>
                    <a:pt x="279" y="4022"/>
                  </a:lnTo>
                  <a:lnTo>
                    <a:pt x="4590" y="702"/>
                  </a:ln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23" name="Google Shape;323;p36"/>
            <p:cNvSpPr/>
            <p:nvPr/>
          </p:nvSpPr>
          <p:spPr>
            <a:xfrm>
              <a:off x="8396478" y="981659"/>
              <a:ext cx="140567" cy="257529"/>
            </a:xfrm>
            <a:custGeom>
              <a:avLst/>
              <a:gdLst/>
              <a:ahLst/>
              <a:cxnLst/>
              <a:rect l="l" t="t" r="r" b="b"/>
              <a:pathLst>
                <a:path w="2507" h="4379" extrusionOk="0">
                  <a:moveTo>
                    <a:pt x="680" y="2774"/>
                  </a:moveTo>
                  <a:cubicBezTo>
                    <a:pt x="902" y="1972"/>
                    <a:pt x="624" y="1170"/>
                    <a:pt x="468" y="836"/>
                  </a:cubicBezTo>
                  <a:cubicBezTo>
                    <a:pt x="590" y="747"/>
                    <a:pt x="702" y="669"/>
                    <a:pt x="813" y="591"/>
                  </a:cubicBezTo>
                  <a:cubicBezTo>
                    <a:pt x="980" y="480"/>
                    <a:pt x="1170" y="391"/>
                    <a:pt x="1326" y="268"/>
                  </a:cubicBezTo>
                  <a:cubicBezTo>
                    <a:pt x="1437" y="190"/>
                    <a:pt x="1537" y="101"/>
                    <a:pt x="1638" y="1"/>
                  </a:cubicBezTo>
                  <a:cubicBezTo>
                    <a:pt x="2295" y="636"/>
                    <a:pt x="2506" y="1761"/>
                    <a:pt x="2083" y="2830"/>
                  </a:cubicBezTo>
                  <a:cubicBezTo>
                    <a:pt x="1615" y="4011"/>
                    <a:pt x="312" y="4378"/>
                    <a:pt x="312" y="4378"/>
                  </a:cubicBezTo>
                  <a:lnTo>
                    <a:pt x="0" y="4100"/>
                  </a:lnTo>
                  <a:cubicBezTo>
                    <a:pt x="0" y="4100"/>
                    <a:pt x="379" y="3822"/>
                    <a:pt x="680" y="2774"/>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24" name="Google Shape;324;p36"/>
            <p:cNvSpPr/>
            <p:nvPr/>
          </p:nvSpPr>
          <p:spPr>
            <a:xfrm>
              <a:off x="8422663" y="981659"/>
              <a:ext cx="91899" cy="89156"/>
            </a:xfrm>
            <a:custGeom>
              <a:avLst/>
              <a:gdLst/>
              <a:ahLst/>
              <a:cxnLst/>
              <a:rect l="l" t="t" r="r" b="b"/>
              <a:pathLst>
                <a:path w="1639" h="1516" extrusionOk="0">
                  <a:moveTo>
                    <a:pt x="1171" y="1"/>
                  </a:moveTo>
                  <a:cubicBezTo>
                    <a:pt x="1070" y="101"/>
                    <a:pt x="970" y="190"/>
                    <a:pt x="859" y="268"/>
                  </a:cubicBezTo>
                  <a:cubicBezTo>
                    <a:pt x="703" y="391"/>
                    <a:pt x="513" y="480"/>
                    <a:pt x="346" y="591"/>
                  </a:cubicBezTo>
                  <a:cubicBezTo>
                    <a:pt x="235" y="669"/>
                    <a:pt x="123" y="747"/>
                    <a:pt x="1" y="836"/>
                  </a:cubicBezTo>
                  <a:cubicBezTo>
                    <a:pt x="68" y="981"/>
                    <a:pt x="157" y="1226"/>
                    <a:pt x="224" y="1516"/>
                  </a:cubicBezTo>
                  <a:cubicBezTo>
                    <a:pt x="357" y="1493"/>
                    <a:pt x="1471" y="1115"/>
                    <a:pt x="1638" y="714"/>
                  </a:cubicBezTo>
                  <a:cubicBezTo>
                    <a:pt x="1527" y="435"/>
                    <a:pt x="1371" y="201"/>
                    <a:pt x="1171" y="1"/>
                  </a:cubicBez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6"/>
            <p:cNvSpPr/>
            <p:nvPr/>
          </p:nvSpPr>
          <p:spPr>
            <a:xfrm>
              <a:off x="8036732" y="826401"/>
              <a:ext cx="474072" cy="246414"/>
            </a:xfrm>
            <a:custGeom>
              <a:avLst/>
              <a:gdLst/>
              <a:ahLst/>
              <a:cxnLst/>
              <a:rect l="l" t="t" r="r" b="b"/>
              <a:pathLst>
                <a:path w="8455" h="4190" extrusionOk="0">
                  <a:moveTo>
                    <a:pt x="724" y="2641"/>
                  </a:moveTo>
                  <a:lnTo>
                    <a:pt x="2640" y="2708"/>
                  </a:lnTo>
                  <a:lnTo>
                    <a:pt x="4712" y="1"/>
                  </a:lnTo>
                  <a:lnTo>
                    <a:pt x="8455" y="3008"/>
                  </a:lnTo>
                  <a:lnTo>
                    <a:pt x="6739" y="3744"/>
                  </a:lnTo>
                  <a:lnTo>
                    <a:pt x="5068" y="1995"/>
                  </a:lnTo>
                  <a:lnTo>
                    <a:pt x="3130" y="4189"/>
                  </a:lnTo>
                  <a:lnTo>
                    <a:pt x="0" y="3064"/>
                  </a:ln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26" name="Google Shape;326;p36"/>
            <p:cNvSpPr/>
            <p:nvPr/>
          </p:nvSpPr>
          <p:spPr>
            <a:xfrm>
              <a:off x="8036732" y="905030"/>
              <a:ext cx="402863" cy="167785"/>
            </a:xfrm>
            <a:custGeom>
              <a:avLst/>
              <a:gdLst/>
              <a:ahLst/>
              <a:cxnLst/>
              <a:rect l="l" t="t" r="r" b="b"/>
              <a:pathLst>
                <a:path w="7185" h="2853" extrusionOk="0">
                  <a:moveTo>
                    <a:pt x="4979" y="1"/>
                  </a:moveTo>
                  <a:lnTo>
                    <a:pt x="2941" y="2362"/>
                  </a:lnTo>
                  <a:lnTo>
                    <a:pt x="501" y="1438"/>
                  </a:lnTo>
                  <a:lnTo>
                    <a:pt x="0" y="1727"/>
                  </a:lnTo>
                  <a:lnTo>
                    <a:pt x="3130" y="2852"/>
                  </a:lnTo>
                  <a:lnTo>
                    <a:pt x="5068" y="658"/>
                  </a:lnTo>
                  <a:lnTo>
                    <a:pt x="6739" y="2407"/>
                  </a:lnTo>
                  <a:lnTo>
                    <a:pt x="7185" y="2206"/>
                  </a:lnTo>
                  <a:lnTo>
                    <a:pt x="4979" y="1"/>
                  </a:ln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6"/>
            <p:cNvSpPr/>
            <p:nvPr/>
          </p:nvSpPr>
          <p:spPr>
            <a:xfrm>
              <a:off x="8373994" y="1210312"/>
              <a:ext cx="55005" cy="57046"/>
            </a:xfrm>
            <a:custGeom>
              <a:avLst/>
              <a:gdLst/>
              <a:ahLst/>
              <a:cxnLst/>
              <a:rect l="l" t="t" r="r" b="b"/>
              <a:pathLst>
                <a:path w="981" h="970" extrusionOk="0">
                  <a:moveTo>
                    <a:pt x="0" y="490"/>
                  </a:moveTo>
                  <a:cubicBezTo>
                    <a:pt x="0" y="758"/>
                    <a:pt x="212" y="969"/>
                    <a:pt x="490" y="969"/>
                  </a:cubicBezTo>
                  <a:cubicBezTo>
                    <a:pt x="758" y="969"/>
                    <a:pt x="980" y="758"/>
                    <a:pt x="980" y="490"/>
                  </a:cubicBezTo>
                  <a:cubicBezTo>
                    <a:pt x="980" y="212"/>
                    <a:pt x="758" y="0"/>
                    <a:pt x="490" y="0"/>
                  </a:cubicBezTo>
                  <a:cubicBezTo>
                    <a:pt x="212" y="0"/>
                    <a:pt x="0" y="212"/>
                    <a:pt x="0" y="490"/>
                  </a:cubicBez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28" name="Google Shape;328;p36"/>
            <p:cNvSpPr/>
            <p:nvPr/>
          </p:nvSpPr>
          <p:spPr>
            <a:xfrm>
              <a:off x="8257817" y="772061"/>
              <a:ext cx="256745" cy="236534"/>
            </a:xfrm>
            <a:custGeom>
              <a:avLst/>
              <a:gdLst/>
              <a:ahLst/>
              <a:cxnLst/>
              <a:rect l="l" t="t" r="r" b="b"/>
              <a:pathLst>
                <a:path w="4579" h="4022" extrusionOk="0">
                  <a:moveTo>
                    <a:pt x="591" y="0"/>
                  </a:moveTo>
                  <a:lnTo>
                    <a:pt x="4578" y="3843"/>
                  </a:lnTo>
                  <a:lnTo>
                    <a:pt x="4300" y="4022"/>
                  </a:lnTo>
                  <a:lnTo>
                    <a:pt x="0" y="702"/>
                  </a:ln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29" name="Google Shape;329;p36"/>
            <p:cNvSpPr/>
            <p:nvPr/>
          </p:nvSpPr>
          <p:spPr>
            <a:xfrm>
              <a:off x="7343425" y="967251"/>
              <a:ext cx="184302" cy="336805"/>
            </a:xfrm>
            <a:custGeom>
              <a:avLst/>
              <a:gdLst/>
              <a:ahLst/>
              <a:cxnLst/>
              <a:rect l="l" t="t" r="r" b="b"/>
              <a:pathLst>
                <a:path w="3287" h="5727" extrusionOk="0">
                  <a:moveTo>
                    <a:pt x="2396" y="3621"/>
                  </a:moveTo>
                  <a:cubicBezTo>
                    <a:pt x="2106" y="2585"/>
                    <a:pt x="2474" y="1538"/>
                    <a:pt x="2674" y="1092"/>
                  </a:cubicBezTo>
                  <a:cubicBezTo>
                    <a:pt x="2518" y="981"/>
                    <a:pt x="2373" y="870"/>
                    <a:pt x="2217" y="769"/>
                  </a:cubicBezTo>
                  <a:cubicBezTo>
                    <a:pt x="1995" y="625"/>
                    <a:pt x="1761" y="502"/>
                    <a:pt x="1549" y="335"/>
                  </a:cubicBezTo>
                  <a:cubicBezTo>
                    <a:pt x="1415" y="235"/>
                    <a:pt x="1271" y="123"/>
                    <a:pt x="1137" y="1"/>
                  </a:cubicBezTo>
                  <a:cubicBezTo>
                    <a:pt x="279" y="825"/>
                    <a:pt x="1" y="2307"/>
                    <a:pt x="558" y="3699"/>
                  </a:cubicBezTo>
                  <a:cubicBezTo>
                    <a:pt x="1181" y="5258"/>
                    <a:pt x="2886" y="5726"/>
                    <a:pt x="2886" y="5726"/>
                  </a:cubicBezTo>
                  <a:lnTo>
                    <a:pt x="3287" y="5359"/>
                  </a:lnTo>
                  <a:cubicBezTo>
                    <a:pt x="3287" y="5359"/>
                    <a:pt x="2797" y="5002"/>
                    <a:pt x="2396" y="3621"/>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30" name="Google Shape;330;p36"/>
            <p:cNvSpPr/>
            <p:nvPr/>
          </p:nvSpPr>
          <p:spPr>
            <a:xfrm>
              <a:off x="7372806" y="967251"/>
              <a:ext cx="120607" cy="116032"/>
            </a:xfrm>
            <a:custGeom>
              <a:avLst/>
              <a:gdLst/>
              <a:ahLst/>
              <a:cxnLst/>
              <a:rect l="l" t="t" r="r" b="b"/>
              <a:pathLst>
                <a:path w="2151" h="1973" extrusionOk="0">
                  <a:moveTo>
                    <a:pt x="613" y="1"/>
                  </a:moveTo>
                  <a:cubicBezTo>
                    <a:pt x="357" y="246"/>
                    <a:pt x="145" y="569"/>
                    <a:pt x="0" y="925"/>
                  </a:cubicBezTo>
                  <a:cubicBezTo>
                    <a:pt x="234" y="1460"/>
                    <a:pt x="1682" y="1950"/>
                    <a:pt x="1860" y="1972"/>
                  </a:cubicBezTo>
                  <a:cubicBezTo>
                    <a:pt x="1938" y="1605"/>
                    <a:pt x="2061" y="1282"/>
                    <a:pt x="2150" y="1092"/>
                  </a:cubicBezTo>
                  <a:cubicBezTo>
                    <a:pt x="1994" y="981"/>
                    <a:pt x="1849" y="870"/>
                    <a:pt x="1693" y="769"/>
                  </a:cubicBezTo>
                  <a:cubicBezTo>
                    <a:pt x="1471" y="625"/>
                    <a:pt x="1237" y="502"/>
                    <a:pt x="1025" y="335"/>
                  </a:cubicBezTo>
                  <a:cubicBezTo>
                    <a:pt x="891" y="235"/>
                    <a:pt x="747" y="123"/>
                    <a:pt x="613" y="1"/>
                  </a:cubicBez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6"/>
            <p:cNvSpPr/>
            <p:nvPr/>
          </p:nvSpPr>
          <p:spPr>
            <a:xfrm>
              <a:off x="7377796" y="763533"/>
              <a:ext cx="621480" cy="323043"/>
            </a:xfrm>
            <a:custGeom>
              <a:avLst/>
              <a:gdLst/>
              <a:ahLst/>
              <a:cxnLst/>
              <a:rect l="l" t="t" r="r" b="b"/>
              <a:pathLst>
                <a:path w="11084" h="5493" extrusionOk="0">
                  <a:moveTo>
                    <a:pt x="10137" y="3465"/>
                  </a:moveTo>
                  <a:lnTo>
                    <a:pt x="7631" y="3543"/>
                  </a:lnTo>
                  <a:lnTo>
                    <a:pt x="4913" y="1"/>
                  </a:lnTo>
                  <a:lnTo>
                    <a:pt x="0" y="3933"/>
                  </a:lnTo>
                  <a:lnTo>
                    <a:pt x="2250" y="4902"/>
                  </a:lnTo>
                  <a:lnTo>
                    <a:pt x="4445" y="2607"/>
                  </a:lnTo>
                  <a:lnTo>
                    <a:pt x="6985" y="5492"/>
                  </a:lnTo>
                  <a:lnTo>
                    <a:pt x="11084" y="4011"/>
                  </a:ln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32" name="Google Shape;332;p36"/>
            <p:cNvSpPr/>
            <p:nvPr/>
          </p:nvSpPr>
          <p:spPr>
            <a:xfrm>
              <a:off x="7470872" y="866392"/>
              <a:ext cx="528404" cy="220185"/>
            </a:xfrm>
            <a:custGeom>
              <a:avLst/>
              <a:gdLst/>
              <a:ahLst/>
              <a:cxnLst/>
              <a:rect l="l" t="t" r="r" b="b"/>
              <a:pathLst>
                <a:path w="9424" h="3744" extrusionOk="0">
                  <a:moveTo>
                    <a:pt x="2907" y="0"/>
                  </a:moveTo>
                  <a:lnTo>
                    <a:pt x="0" y="2897"/>
                  </a:lnTo>
                  <a:lnTo>
                    <a:pt x="590" y="3153"/>
                  </a:lnTo>
                  <a:lnTo>
                    <a:pt x="2785" y="858"/>
                  </a:lnTo>
                  <a:lnTo>
                    <a:pt x="5325" y="3743"/>
                  </a:lnTo>
                  <a:lnTo>
                    <a:pt x="9424" y="2262"/>
                  </a:lnTo>
                  <a:lnTo>
                    <a:pt x="8778" y="1883"/>
                  </a:lnTo>
                  <a:lnTo>
                    <a:pt x="5581" y="3097"/>
                  </a:lnTo>
                  <a:lnTo>
                    <a:pt x="2907" y="0"/>
                  </a:ln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6"/>
            <p:cNvSpPr/>
            <p:nvPr/>
          </p:nvSpPr>
          <p:spPr>
            <a:xfrm>
              <a:off x="7485843" y="1266005"/>
              <a:ext cx="71882" cy="75394"/>
            </a:xfrm>
            <a:custGeom>
              <a:avLst/>
              <a:gdLst/>
              <a:ahLst/>
              <a:cxnLst/>
              <a:rect l="l" t="t" r="r" b="b"/>
              <a:pathLst>
                <a:path w="1282" h="1282" extrusionOk="0">
                  <a:moveTo>
                    <a:pt x="1281" y="646"/>
                  </a:moveTo>
                  <a:cubicBezTo>
                    <a:pt x="1281" y="1003"/>
                    <a:pt x="992" y="1281"/>
                    <a:pt x="635" y="1281"/>
                  </a:cubicBezTo>
                  <a:cubicBezTo>
                    <a:pt x="279" y="1281"/>
                    <a:pt x="0" y="1003"/>
                    <a:pt x="0" y="646"/>
                  </a:cubicBezTo>
                  <a:cubicBezTo>
                    <a:pt x="0" y="290"/>
                    <a:pt x="279" y="0"/>
                    <a:pt x="635" y="0"/>
                  </a:cubicBezTo>
                  <a:cubicBezTo>
                    <a:pt x="992" y="0"/>
                    <a:pt x="1281" y="290"/>
                    <a:pt x="1281" y="646"/>
                  </a:cubicBez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34" name="Google Shape;334;p36"/>
            <p:cNvSpPr/>
            <p:nvPr/>
          </p:nvSpPr>
          <p:spPr>
            <a:xfrm>
              <a:off x="7372806" y="692138"/>
              <a:ext cx="337317" cy="309929"/>
            </a:xfrm>
            <a:custGeom>
              <a:avLst/>
              <a:gdLst/>
              <a:ahLst/>
              <a:cxnLst/>
              <a:rect l="l" t="t" r="r" b="b"/>
              <a:pathLst>
                <a:path w="6016" h="5270" extrusionOk="0">
                  <a:moveTo>
                    <a:pt x="5224" y="0"/>
                  </a:moveTo>
                  <a:lnTo>
                    <a:pt x="0" y="5046"/>
                  </a:lnTo>
                  <a:lnTo>
                    <a:pt x="379" y="5269"/>
                  </a:lnTo>
                  <a:lnTo>
                    <a:pt x="6015" y="925"/>
                  </a:ln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35" name="Google Shape;335;p36"/>
            <p:cNvSpPr/>
            <p:nvPr/>
          </p:nvSpPr>
          <p:spPr>
            <a:xfrm>
              <a:off x="8513272" y="967251"/>
              <a:ext cx="184302" cy="336805"/>
            </a:xfrm>
            <a:custGeom>
              <a:avLst/>
              <a:gdLst/>
              <a:ahLst/>
              <a:cxnLst/>
              <a:rect l="l" t="t" r="r" b="b"/>
              <a:pathLst>
                <a:path w="3287" h="5727" extrusionOk="0">
                  <a:moveTo>
                    <a:pt x="891" y="3621"/>
                  </a:moveTo>
                  <a:cubicBezTo>
                    <a:pt x="1192" y="2585"/>
                    <a:pt x="813" y="1538"/>
                    <a:pt x="624" y="1092"/>
                  </a:cubicBezTo>
                  <a:cubicBezTo>
                    <a:pt x="769" y="981"/>
                    <a:pt x="914" y="870"/>
                    <a:pt x="1069" y="769"/>
                  </a:cubicBezTo>
                  <a:cubicBezTo>
                    <a:pt x="1292" y="625"/>
                    <a:pt x="1526" y="502"/>
                    <a:pt x="1738" y="335"/>
                  </a:cubicBezTo>
                  <a:cubicBezTo>
                    <a:pt x="1883" y="235"/>
                    <a:pt x="2016" y="123"/>
                    <a:pt x="2150" y="1"/>
                  </a:cubicBezTo>
                  <a:cubicBezTo>
                    <a:pt x="3008" y="825"/>
                    <a:pt x="3286" y="2307"/>
                    <a:pt x="2729" y="3699"/>
                  </a:cubicBezTo>
                  <a:cubicBezTo>
                    <a:pt x="2117" y="5258"/>
                    <a:pt x="401" y="5726"/>
                    <a:pt x="401" y="5726"/>
                  </a:cubicBezTo>
                  <a:lnTo>
                    <a:pt x="0" y="5359"/>
                  </a:lnTo>
                  <a:cubicBezTo>
                    <a:pt x="0" y="5359"/>
                    <a:pt x="501" y="5002"/>
                    <a:pt x="891" y="3621"/>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36" name="Google Shape;336;p36"/>
            <p:cNvSpPr/>
            <p:nvPr/>
          </p:nvSpPr>
          <p:spPr>
            <a:xfrm>
              <a:off x="8548204" y="967251"/>
              <a:ext cx="119990" cy="116032"/>
            </a:xfrm>
            <a:custGeom>
              <a:avLst/>
              <a:gdLst/>
              <a:ahLst/>
              <a:cxnLst/>
              <a:rect l="l" t="t" r="r" b="b"/>
              <a:pathLst>
                <a:path w="2140" h="1973" extrusionOk="0">
                  <a:moveTo>
                    <a:pt x="1527" y="1"/>
                  </a:moveTo>
                  <a:cubicBezTo>
                    <a:pt x="1393" y="123"/>
                    <a:pt x="1260" y="235"/>
                    <a:pt x="1115" y="335"/>
                  </a:cubicBezTo>
                  <a:cubicBezTo>
                    <a:pt x="903" y="502"/>
                    <a:pt x="669" y="625"/>
                    <a:pt x="446" y="769"/>
                  </a:cubicBezTo>
                  <a:cubicBezTo>
                    <a:pt x="291" y="870"/>
                    <a:pt x="146" y="981"/>
                    <a:pt x="1" y="1092"/>
                  </a:cubicBezTo>
                  <a:cubicBezTo>
                    <a:pt x="79" y="1282"/>
                    <a:pt x="201" y="1605"/>
                    <a:pt x="279" y="1972"/>
                  </a:cubicBezTo>
                  <a:cubicBezTo>
                    <a:pt x="458" y="1950"/>
                    <a:pt x="1906" y="1460"/>
                    <a:pt x="2140" y="925"/>
                  </a:cubicBezTo>
                  <a:cubicBezTo>
                    <a:pt x="1995" y="569"/>
                    <a:pt x="1794" y="246"/>
                    <a:pt x="1527" y="1"/>
                  </a:cubicBez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6"/>
            <p:cNvSpPr/>
            <p:nvPr/>
          </p:nvSpPr>
          <p:spPr>
            <a:xfrm>
              <a:off x="8041722" y="763533"/>
              <a:ext cx="621480" cy="323043"/>
            </a:xfrm>
            <a:custGeom>
              <a:avLst/>
              <a:gdLst/>
              <a:ahLst/>
              <a:cxnLst/>
              <a:rect l="l" t="t" r="r" b="b"/>
              <a:pathLst>
                <a:path w="11084" h="5493" extrusionOk="0">
                  <a:moveTo>
                    <a:pt x="947" y="3465"/>
                  </a:moveTo>
                  <a:lnTo>
                    <a:pt x="3453" y="3543"/>
                  </a:lnTo>
                  <a:lnTo>
                    <a:pt x="6171" y="1"/>
                  </a:lnTo>
                  <a:lnTo>
                    <a:pt x="11083" y="3933"/>
                  </a:lnTo>
                  <a:lnTo>
                    <a:pt x="8833" y="4902"/>
                  </a:lnTo>
                  <a:lnTo>
                    <a:pt x="6639" y="2607"/>
                  </a:lnTo>
                  <a:lnTo>
                    <a:pt x="4110" y="5492"/>
                  </a:lnTo>
                  <a:lnTo>
                    <a:pt x="0" y="4011"/>
                  </a:ln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38" name="Google Shape;338;p36"/>
            <p:cNvSpPr/>
            <p:nvPr/>
          </p:nvSpPr>
          <p:spPr>
            <a:xfrm>
              <a:off x="8041722" y="866392"/>
              <a:ext cx="528404" cy="220185"/>
            </a:xfrm>
            <a:custGeom>
              <a:avLst/>
              <a:gdLst/>
              <a:ahLst/>
              <a:cxnLst/>
              <a:rect l="l" t="t" r="r" b="b"/>
              <a:pathLst>
                <a:path w="9424" h="3744" extrusionOk="0">
                  <a:moveTo>
                    <a:pt x="6516" y="0"/>
                  </a:moveTo>
                  <a:lnTo>
                    <a:pt x="3854" y="3097"/>
                  </a:lnTo>
                  <a:lnTo>
                    <a:pt x="657" y="1883"/>
                  </a:lnTo>
                  <a:lnTo>
                    <a:pt x="0" y="2262"/>
                  </a:lnTo>
                  <a:lnTo>
                    <a:pt x="4110" y="3743"/>
                  </a:lnTo>
                  <a:lnTo>
                    <a:pt x="6639" y="858"/>
                  </a:lnTo>
                  <a:lnTo>
                    <a:pt x="8833" y="3153"/>
                  </a:lnTo>
                  <a:lnTo>
                    <a:pt x="9424" y="2897"/>
                  </a:lnTo>
                  <a:lnTo>
                    <a:pt x="6516" y="0"/>
                  </a:ln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6"/>
            <p:cNvSpPr/>
            <p:nvPr/>
          </p:nvSpPr>
          <p:spPr>
            <a:xfrm>
              <a:off x="8483275" y="1266005"/>
              <a:ext cx="72499" cy="75394"/>
            </a:xfrm>
            <a:custGeom>
              <a:avLst/>
              <a:gdLst/>
              <a:ahLst/>
              <a:cxnLst/>
              <a:rect l="l" t="t" r="r" b="b"/>
              <a:pathLst>
                <a:path w="1293" h="1282" extrusionOk="0">
                  <a:moveTo>
                    <a:pt x="0" y="646"/>
                  </a:moveTo>
                  <a:cubicBezTo>
                    <a:pt x="0" y="1003"/>
                    <a:pt x="290" y="1281"/>
                    <a:pt x="647" y="1281"/>
                  </a:cubicBezTo>
                  <a:cubicBezTo>
                    <a:pt x="1003" y="1281"/>
                    <a:pt x="1293" y="1003"/>
                    <a:pt x="1293" y="646"/>
                  </a:cubicBezTo>
                  <a:cubicBezTo>
                    <a:pt x="1293" y="290"/>
                    <a:pt x="1003" y="0"/>
                    <a:pt x="647" y="0"/>
                  </a:cubicBezTo>
                  <a:cubicBezTo>
                    <a:pt x="290" y="0"/>
                    <a:pt x="0" y="290"/>
                    <a:pt x="0" y="646"/>
                  </a:cubicBez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0" name="Google Shape;340;p36"/>
            <p:cNvSpPr/>
            <p:nvPr/>
          </p:nvSpPr>
          <p:spPr>
            <a:xfrm>
              <a:off x="8330876" y="692138"/>
              <a:ext cx="337317" cy="309929"/>
            </a:xfrm>
            <a:custGeom>
              <a:avLst/>
              <a:gdLst/>
              <a:ahLst/>
              <a:cxnLst/>
              <a:rect l="l" t="t" r="r" b="b"/>
              <a:pathLst>
                <a:path w="6016" h="5270" extrusionOk="0">
                  <a:moveTo>
                    <a:pt x="791" y="0"/>
                  </a:moveTo>
                  <a:lnTo>
                    <a:pt x="6016" y="5046"/>
                  </a:lnTo>
                  <a:lnTo>
                    <a:pt x="5648" y="5269"/>
                  </a:lnTo>
                  <a:lnTo>
                    <a:pt x="1" y="925"/>
                  </a:ln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1" name="Google Shape;341;p36"/>
            <p:cNvSpPr/>
            <p:nvPr/>
          </p:nvSpPr>
          <p:spPr>
            <a:xfrm>
              <a:off x="7790024" y="810052"/>
              <a:ext cx="460951" cy="211657"/>
            </a:xfrm>
            <a:custGeom>
              <a:avLst/>
              <a:gdLst/>
              <a:ahLst/>
              <a:cxnLst/>
              <a:rect l="l" t="t" r="r" b="b"/>
              <a:pathLst>
                <a:path w="8221" h="3599" extrusionOk="0">
                  <a:moveTo>
                    <a:pt x="11" y="0"/>
                  </a:moveTo>
                  <a:cubicBezTo>
                    <a:pt x="0" y="279"/>
                    <a:pt x="11" y="502"/>
                    <a:pt x="34" y="635"/>
                  </a:cubicBezTo>
                  <a:cubicBezTo>
                    <a:pt x="145" y="1215"/>
                    <a:pt x="1693" y="3086"/>
                    <a:pt x="1983" y="3264"/>
                  </a:cubicBezTo>
                  <a:cubicBezTo>
                    <a:pt x="2272" y="3442"/>
                    <a:pt x="2997" y="3598"/>
                    <a:pt x="4110" y="3598"/>
                  </a:cubicBezTo>
                  <a:cubicBezTo>
                    <a:pt x="5224" y="3598"/>
                    <a:pt x="5948" y="3442"/>
                    <a:pt x="6238" y="3264"/>
                  </a:cubicBezTo>
                  <a:cubicBezTo>
                    <a:pt x="6539" y="3086"/>
                    <a:pt x="8076" y="1215"/>
                    <a:pt x="8187" y="635"/>
                  </a:cubicBezTo>
                  <a:cubicBezTo>
                    <a:pt x="8210" y="502"/>
                    <a:pt x="8221" y="279"/>
                    <a:pt x="8210" y="0"/>
                  </a:cubicBez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2" name="Google Shape;342;p36"/>
            <p:cNvSpPr/>
            <p:nvPr/>
          </p:nvSpPr>
          <p:spPr>
            <a:xfrm>
              <a:off x="7785650" y="328575"/>
              <a:ext cx="469698" cy="579808"/>
            </a:xfrm>
            <a:custGeom>
              <a:avLst/>
              <a:gdLst/>
              <a:ahLst/>
              <a:cxnLst/>
              <a:rect l="l" t="t" r="r" b="b"/>
              <a:pathLst>
                <a:path w="8377" h="9859" extrusionOk="0">
                  <a:moveTo>
                    <a:pt x="4957" y="502"/>
                  </a:moveTo>
                  <a:cubicBezTo>
                    <a:pt x="4567" y="0"/>
                    <a:pt x="3810" y="0"/>
                    <a:pt x="3420" y="502"/>
                  </a:cubicBezTo>
                  <a:cubicBezTo>
                    <a:pt x="3008" y="1025"/>
                    <a:pt x="2451" y="1816"/>
                    <a:pt x="1749" y="3019"/>
                  </a:cubicBezTo>
                  <a:cubicBezTo>
                    <a:pt x="156" y="5715"/>
                    <a:pt x="0" y="8232"/>
                    <a:pt x="112" y="8822"/>
                  </a:cubicBezTo>
                  <a:cubicBezTo>
                    <a:pt x="112" y="8834"/>
                    <a:pt x="123" y="8856"/>
                    <a:pt x="134" y="8867"/>
                  </a:cubicBezTo>
                  <a:cubicBezTo>
                    <a:pt x="1337" y="9502"/>
                    <a:pt x="2718" y="9858"/>
                    <a:pt x="4188" y="9858"/>
                  </a:cubicBezTo>
                  <a:cubicBezTo>
                    <a:pt x="5659" y="9858"/>
                    <a:pt x="7040" y="9502"/>
                    <a:pt x="8254" y="8867"/>
                  </a:cubicBezTo>
                  <a:cubicBezTo>
                    <a:pt x="8254" y="8856"/>
                    <a:pt x="8265" y="8834"/>
                    <a:pt x="8265" y="8822"/>
                  </a:cubicBezTo>
                  <a:cubicBezTo>
                    <a:pt x="8377" y="8232"/>
                    <a:pt x="8221" y="5715"/>
                    <a:pt x="6639" y="3019"/>
                  </a:cubicBezTo>
                  <a:cubicBezTo>
                    <a:pt x="5926" y="1816"/>
                    <a:pt x="5369" y="1025"/>
                    <a:pt x="4957" y="502"/>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3" name="Google Shape;343;p36"/>
            <p:cNvSpPr/>
            <p:nvPr/>
          </p:nvSpPr>
          <p:spPr>
            <a:xfrm>
              <a:off x="7948646" y="382268"/>
              <a:ext cx="143707" cy="28876"/>
            </a:xfrm>
            <a:custGeom>
              <a:avLst/>
              <a:gdLst/>
              <a:ahLst/>
              <a:cxnLst/>
              <a:rect l="l" t="t" r="r" b="b"/>
              <a:pathLst>
                <a:path w="2563" h="491" extrusionOk="0">
                  <a:moveTo>
                    <a:pt x="1281" y="491"/>
                  </a:moveTo>
                  <a:cubicBezTo>
                    <a:pt x="1716" y="491"/>
                    <a:pt x="2150" y="413"/>
                    <a:pt x="2562" y="290"/>
                  </a:cubicBezTo>
                  <a:cubicBezTo>
                    <a:pt x="2496" y="190"/>
                    <a:pt x="2429" y="90"/>
                    <a:pt x="2362" y="1"/>
                  </a:cubicBezTo>
                  <a:cubicBezTo>
                    <a:pt x="2306" y="23"/>
                    <a:pt x="2251" y="34"/>
                    <a:pt x="2195" y="45"/>
                  </a:cubicBezTo>
                  <a:cubicBezTo>
                    <a:pt x="2161" y="56"/>
                    <a:pt x="2128" y="56"/>
                    <a:pt x="2106" y="67"/>
                  </a:cubicBezTo>
                  <a:cubicBezTo>
                    <a:pt x="1950" y="179"/>
                    <a:pt x="1749" y="246"/>
                    <a:pt x="1515" y="246"/>
                  </a:cubicBezTo>
                  <a:cubicBezTo>
                    <a:pt x="1371" y="246"/>
                    <a:pt x="1248" y="223"/>
                    <a:pt x="1137" y="179"/>
                  </a:cubicBezTo>
                  <a:cubicBezTo>
                    <a:pt x="992" y="168"/>
                    <a:pt x="858" y="157"/>
                    <a:pt x="1047" y="145"/>
                  </a:cubicBezTo>
                  <a:cubicBezTo>
                    <a:pt x="981" y="157"/>
                    <a:pt x="914" y="157"/>
                    <a:pt x="847" y="157"/>
                  </a:cubicBezTo>
                  <a:cubicBezTo>
                    <a:pt x="669" y="145"/>
                    <a:pt x="502" y="123"/>
                    <a:pt x="335" y="79"/>
                  </a:cubicBezTo>
                  <a:cubicBezTo>
                    <a:pt x="279" y="67"/>
                    <a:pt x="223" y="56"/>
                    <a:pt x="179" y="34"/>
                  </a:cubicBezTo>
                  <a:cubicBezTo>
                    <a:pt x="123" y="112"/>
                    <a:pt x="56" y="201"/>
                    <a:pt x="0" y="290"/>
                  </a:cubicBezTo>
                  <a:cubicBezTo>
                    <a:pt x="413" y="413"/>
                    <a:pt x="847" y="491"/>
                    <a:pt x="1281" y="491"/>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4" name="Google Shape;344;p36"/>
            <p:cNvSpPr/>
            <p:nvPr/>
          </p:nvSpPr>
          <p:spPr>
            <a:xfrm>
              <a:off x="7956776" y="335926"/>
              <a:ext cx="128064" cy="63456"/>
            </a:xfrm>
            <a:custGeom>
              <a:avLst/>
              <a:gdLst/>
              <a:ahLst/>
              <a:cxnLst/>
              <a:rect l="l" t="t" r="r" b="b"/>
              <a:pathLst>
                <a:path w="2284" h="1079" extrusionOk="0">
                  <a:moveTo>
                    <a:pt x="1136" y="1"/>
                  </a:moveTo>
                  <a:cubicBezTo>
                    <a:pt x="850" y="1"/>
                    <a:pt x="563" y="126"/>
                    <a:pt x="368" y="377"/>
                  </a:cubicBezTo>
                  <a:cubicBezTo>
                    <a:pt x="256" y="521"/>
                    <a:pt x="134" y="688"/>
                    <a:pt x="0" y="878"/>
                  </a:cubicBezTo>
                  <a:cubicBezTo>
                    <a:pt x="368" y="1011"/>
                    <a:pt x="747" y="1078"/>
                    <a:pt x="1136" y="1078"/>
                  </a:cubicBezTo>
                  <a:cubicBezTo>
                    <a:pt x="1526" y="1078"/>
                    <a:pt x="1905" y="1011"/>
                    <a:pt x="2284" y="878"/>
                  </a:cubicBezTo>
                  <a:cubicBezTo>
                    <a:pt x="2139" y="688"/>
                    <a:pt x="2016" y="521"/>
                    <a:pt x="1905" y="377"/>
                  </a:cubicBezTo>
                  <a:cubicBezTo>
                    <a:pt x="1710" y="126"/>
                    <a:pt x="1423" y="1"/>
                    <a:pt x="1136"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5" name="Google Shape;345;p36"/>
            <p:cNvSpPr/>
            <p:nvPr/>
          </p:nvSpPr>
          <p:spPr>
            <a:xfrm>
              <a:off x="7789351" y="757005"/>
              <a:ext cx="462241" cy="151377"/>
            </a:xfrm>
            <a:custGeom>
              <a:avLst/>
              <a:gdLst/>
              <a:ahLst/>
              <a:cxnLst/>
              <a:rect l="l" t="t" r="r" b="b"/>
              <a:pathLst>
                <a:path w="8244" h="2574" extrusionOk="0">
                  <a:moveTo>
                    <a:pt x="123" y="0"/>
                  </a:moveTo>
                  <a:cubicBezTo>
                    <a:pt x="1" y="746"/>
                    <a:pt x="1" y="1292"/>
                    <a:pt x="46" y="1537"/>
                  </a:cubicBezTo>
                  <a:cubicBezTo>
                    <a:pt x="46" y="1549"/>
                    <a:pt x="57" y="1571"/>
                    <a:pt x="68" y="1582"/>
                  </a:cubicBezTo>
                  <a:cubicBezTo>
                    <a:pt x="1271" y="2217"/>
                    <a:pt x="2652" y="2573"/>
                    <a:pt x="4122" y="2573"/>
                  </a:cubicBezTo>
                  <a:cubicBezTo>
                    <a:pt x="5593" y="2573"/>
                    <a:pt x="6974" y="2217"/>
                    <a:pt x="8188" y="1582"/>
                  </a:cubicBezTo>
                  <a:cubicBezTo>
                    <a:pt x="8188" y="1571"/>
                    <a:pt x="8199" y="1549"/>
                    <a:pt x="8199" y="1537"/>
                  </a:cubicBezTo>
                  <a:cubicBezTo>
                    <a:pt x="8244" y="1292"/>
                    <a:pt x="8244" y="746"/>
                    <a:pt x="8121" y="0"/>
                  </a:cubicBezTo>
                  <a:cubicBezTo>
                    <a:pt x="6929" y="613"/>
                    <a:pt x="5570" y="969"/>
                    <a:pt x="4122" y="969"/>
                  </a:cubicBezTo>
                  <a:cubicBezTo>
                    <a:pt x="2674" y="969"/>
                    <a:pt x="1315" y="613"/>
                    <a:pt x="123" y="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6" name="Google Shape;346;p36"/>
            <p:cNvSpPr/>
            <p:nvPr/>
          </p:nvSpPr>
          <p:spPr>
            <a:xfrm>
              <a:off x="7884333" y="478599"/>
              <a:ext cx="71209" cy="79982"/>
            </a:xfrm>
            <a:custGeom>
              <a:avLst/>
              <a:gdLst/>
              <a:ahLst/>
              <a:cxnLst/>
              <a:rect l="l" t="t" r="r" b="b"/>
              <a:pathLst>
                <a:path w="1270" h="1360" extrusionOk="0">
                  <a:moveTo>
                    <a:pt x="1270" y="1025"/>
                  </a:moveTo>
                  <a:lnTo>
                    <a:pt x="267" y="0"/>
                  </a:lnTo>
                  <a:cubicBezTo>
                    <a:pt x="178" y="145"/>
                    <a:pt x="89" y="290"/>
                    <a:pt x="0" y="446"/>
                  </a:cubicBezTo>
                  <a:lnTo>
                    <a:pt x="1147" y="1359"/>
                  </a:ln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7" name="Google Shape;347;p36"/>
            <p:cNvSpPr/>
            <p:nvPr/>
          </p:nvSpPr>
          <p:spPr>
            <a:xfrm>
              <a:off x="8085401" y="478599"/>
              <a:ext cx="71265" cy="79982"/>
            </a:xfrm>
            <a:custGeom>
              <a:avLst/>
              <a:gdLst/>
              <a:ahLst/>
              <a:cxnLst/>
              <a:rect l="l" t="t" r="r" b="b"/>
              <a:pathLst>
                <a:path w="1271" h="1360" extrusionOk="0">
                  <a:moveTo>
                    <a:pt x="123" y="1359"/>
                  </a:moveTo>
                  <a:lnTo>
                    <a:pt x="1271" y="446"/>
                  </a:lnTo>
                  <a:cubicBezTo>
                    <a:pt x="1182" y="290"/>
                    <a:pt x="1093" y="145"/>
                    <a:pt x="1015" y="0"/>
                  </a:cubicBezTo>
                  <a:lnTo>
                    <a:pt x="1" y="1025"/>
                  </a:ln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8" name="Google Shape;348;p36"/>
            <p:cNvSpPr/>
            <p:nvPr/>
          </p:nvSpPr>
          <p:spPr>
            <a:xfrm>
              <a:off x="8009874" y="681670"/>
              <a:ext cx="21251" cy="340039"/>
            </a:xfrm>
            <a:custGeom>
              <a:avLst/>
              <a:gdLst/>
              <a:ahLst/>
              <a:cxnLst/>
              <a:rect l="l" t="t" r="r" b="b"/>
              <a:pathLst>
                <a:path w="379" h="5782" extrusionOk="0">
                  <a:moveTo>
                    <a:pt x="0" y="0"/>
                  </a:moveTo>
                  <a:lnTo>
                    <a:pt x="0" y="5770"/>
                  </a:lnTo>
                  <a:cubicBezTo>
                    <a:pt x="67" y="5781"/>
                    <a:pt x="123" y="5781"/>
                    <a:pt x="189" y="5781"/>
                  </a:cubicBezTo>
                  <a:cubicBezTo>
                    <a:pt x="256" y="5781"/>
                    <a:pt x="312" y="5781"/>
                    <a:pt x="379" y="5770"/>
                  </a:cubicBezTo>
                  <a:lnTo>
                    <a:pt x="379" y="0"/>
                  </a:ln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49" name="Google Shape;349;p36"/>
            <p:cNvSpPr/>
            <p:nvPr/>
          </p:nvSpPr>
          <p:spPr>
            <a:xfrm>
              <a:off x="7905528" y="478599"/>
              <a:ext cx="229887" cy="241121"/>
            </a:xfrm>
            <a:custGeom>
              <a:avLst/>
              <a:gdLst/>
              <a:ahLst/>
              <a:cxnLst/>
              <a:rect l="l" t="t" r="r" b="b"/>
              <a:pathLst>
                <a:path w="4100" h="4100" extrusionOk="0">
                  <a:moveTo>
                    <a:pt x="2050" y="0"/>
                  </a:moveTo>
                  <a:cubicBezTo>
                    <a:pt x="914" y="0"/>
                    <a:pt x="1" y="913"/>
                    <a:pt x="1" y="2050"/>
                  </a:cubicBezTo>
                  <a:cubicBezTo>
                    <a:pt x="1" y="3186"/>
                    <a:pt x="914" y="4099"/>
                    <a:pt x="2050" y="4099"/>
                  </a:cubicBezTo>
                  <a:cubicBezTo>
                    <a:pt x="3187" y="4099"/>
                    <a:pt x="4100" y="3186"/>
                    <a:pt x="4100" y="2050"/>
                  </a:cubicBezTo>
                  <a:cubicBezTo>
                    <a:pt x="4100" y="913"/>
                    <a:pt x="3187" y="0"/>
                    <a:pt x="2050" y="0"/>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50" name="Google Shape;350;p36"/>
            <p:cNvSpPr/>
            <p:nvPr/>
          </p:nvSpPr>
          <p:spPr>
            <a:xfrm>
              <a:off x="7911808" y="485127"/>
              <a:ext cx="217383" cy="228006"/>
            </a:xfrm>
            <a:custGeom>
              <a:avLst/>
              <a:gdLst/>
              <a:ahLst/>
              <a:cxnLst/>
              <a:rect l="l" t="t" r="r" b="b"/>
              <a:pathLst>
                <a:path w="3877" h="3877" extrusionOk="0">
                  <a:moveTo>
                    <a:pt x="3877" y="1939"/>
                  </a:moveTo>
                  <a:cubicBezTo>
                    <a:pt x="3877" y="3008"/>
                    <a:pt x="3008" y="3877"/>
                    <a:pt x="1938" y="3877"/>
                  </a:cubicBezTo>
                  <a:cubicBezTo>
                    <a:pt x="869" y="3877"/>
                    <a:pt x="0" y="3008"/>
                    <a:pt x="0" y="1939"/>
                  </a:cubicBezTo>
                  <a:cubicBezTo>
                    <a:pt x="0" y="869"/>
                    <a:pt x="869" y="0"/>
                    <a:pt x="1938" y="0"/>
                  </a:cubicBezTo>
                  <a:cubicBezTo>
                    <a:pt x="3008" y="0"/>
                    <a:pt x="3877" y="869"/>
                    <a:pt x="3877" y="1939"/>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51" name="Google Shape;351;p36"/>
            <p:cNvSpPr/>
            <p:nvPr/>
          </p:nvSpPr>
          <p:spPr>
            <a:xfrm>
              <a:off x="7952403" y="527705"/>
              <a:ext cx="136194" cy="142849"/>
            </a:xfrm>
            <a:custGeom>
              <a:avLst/>
              <a:gdLst/>
              <a:ahLst/>
              <a:cxnLst/>
              <a:rect l="l" t="t" r="r" b="b"/>
              <a:pathLst>
                <a:path w="2429" h="2429" extrusionOk="0">
                  <a:moveTo>
                    <a:pt x="2429" y="1215"/>
                  </a:moveTo>
                  <a:cubicBezTo>
                    <a:pt x="2429" y="1883"/>
                    <a:pt x="1883" y="2429"/>
                    <a:pt x="1214" y="2429"/>
                  </a:cubicBezTo>
                  <a:cubicBezTo>
                    <a:pt x="546" y="2429"/>
                    <a:pt x="0" y="1883"/>
                    <a:pt x="0" y="1215"/>
                  </a:cubicBezTo>
                  <a:cubicBezTo>
                    <a:pt x="0" y="546"/>
                    <a:pt x="546" y="1"/>
                    <a:pt x="1214" y="1"/>
                  </a:cubicBezTo>
                  <a:cubicBezTo>
                    <a:pt x="1883" y="1"/>
                    <a:pt x="2429" y="546"/>
                    <a:pt x="2429" y="1215"/>
                  </a:cubicBezTo>
                  <a:close/>
                </a:path>
              </a:pathLst>
            </a:custGeom>
            <a:gradFill>
              <a:gsLst>
                <a:gs pos="0">
                  <a:schemeClr val="accent1"/>
                </a:gs>
                <a:gs pos="100000">
                  <a:schemeClr val="dk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52" name="Google Shape;352;p36"/>
            <p:cNvSpPr/>
            <p:nvPr/>
          </p:nvSpPr>
          <p:spPr>
            <a:xfrm>
              <a:off x="7986101" y="562403"/>
              <a:ext cx="68798" cy="72807"/>
            </a:xfrm>
            <a:custGeom>
              <a:avLst/>
              <a:gdLst/>
              <a:ahLst/>
              <a:cxnLst/>
              <a:rect l="l" t="t" r="r" b="b"/>
              <a:pathLst>
                <a:path w="1227" h="1238" extrusionOk="0">
                  <a:moveTo>
                    <a:pt x="1226" y="625"/>
                  </a:moveTo>
                  <a:cubicBezTo>
                    <a:pt x="1226" y="959"/>
                    <a:pt x="959" y="1237"/>
                    <a:pt x="613" y="1237"/>
                  </a:cubicBezTo>
                  <a:cubicBezTo>
                    <a:pt x="268" y="1237"/>
                    <a:pt x="1" y="959"/>
                    <a:pt x="1" y="625"/>
                  </a:cubicBezTo>
                  <a:cubicBezTo>
                    <a:pt x="1" y="279"/>
                    <a:pt x="268" y="1"/>
                    <a:pt x="613" y="1"/>
                  </a:cubicBezTo>
                  <a:cubicBezTo>
                    <a:pt x="959" y="1"/>
                    <a:pt x="1226" y="279"/>
                    <a:pt x="1226" y="625"/>
                  </a:cubicBezTo>
                  <a:close/>
                </a:path>
              </a:pathLst>
            </a:custGeom>
            <a:gradFill>
              <a:gsLst>
                <a:gs pos="0">
                  <a:schemeClr val="accent2"/>
                </a:gs>
                <a:gs pos="100000">
                  <a:schemeClr val="accent6"/>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sp>
        <p:nvSpPr>
          <p:cNvPr id="27" name="ZoneTexte 26">
            <a:extLst>
              <a:ext uri="{FF2B5EF4-FFF2-40B4-BE49-F238E27FC236}">
                <a16:creationId xmlns:a16="http://schemas.microsoft.com/office/drawing/2014/main" id="{94A70075-FDB0-268A-EC5A-E2BEBCED4CAE}"/>
              </a:ext>
            </a:extLst>
          </p:cNvPr>
          <p:cNvSpPr txBox="1"/>
          <p:nvPr/>
        </p:nvSpPr>
        <p:spPr>
          <a:xfrm>
            <a:off x="337902" y="682648"/>
            <a:ext cx="7135272" cy="646331"/>
          </a:xfrm>
          <a:prstGeom prst="rect">
            <a:avLst/>
          </a:prstGeom>
          <a:noFill/>
        </p:spPr>
        <p:txBody>
          <a:bodyPr wrap="square">
            <a:spAutoFit/>
          </a:bodyPr>
          <a:lstStyle/>
          <a:p>
            <a:r>
              <a:rPr lang="fr-FR" sz="1200" dirty="0">
                <a:solidFill>
                  <a:schemeClr val="bg1"/>
                </a:solidFill>
              </a:rPr>
              <a:t>Un robot mobile est une machine qui peut se déplacer dans un environnement donnée de façon indépendante. Pour ce faire, le robot doit pouvoir naviguer, et la portée et la précision de navigation requise varie en fonction de la taille du robot et du type de sa tâche.</a:t>
            </a:r>
          </a:p>
        </p:txBody>
      </p:sp>
      <p:sp>
        <p:nvSpPr>
          <p:cNvPr id="29" name="ZoneTexte 28">
            <a:extLst>
              <a:ext uri="{FF2B5EF4-FFF2-40B4-BE49-F238E27FC236}">
                <a16:creationId xmlns:a16="http://schemas.microsoft.com/office/drawing/2014/main" id="{AC5562D0-5094-AB4B-A476-4650D97DE3B8}"/>
              </a:ext>
            </a:extLst>
          </p:cNvPr>
          <p:cNvSpPr txBox="1"/>
          <p:nvPr/>
        </p:nvSpPr>
        <p:spPr>
          <a:xfrm>
            <a:off x="1282034" y="2108681"/>
            <a:ext cx="7890640" cy="2492990"/>
          </a:xfrm>
          <a:prstGeom prst="rect">
            <a:avLst/>
          </a:prstGeom>
          <a:noFill/>
        </p:spPr>
        <p:txBody>
          <a:bodyPr wrap="square">
            <a:spAutoFit/>
          </a:bodyPr>
          <a:lstStyle/>
          <a:p>
            <a:r>
              <a:rPr lang="fr-FR" sz="1200" b="1" i="1" dirty="0">
                <a:solidFill>
                  <a:srgbClr val="FF0000"/>
                </a:solidFill>
              </a:rPr>
              <a:t>a) Robot unicycle: </a:t>
            </a:r>
            <a:r>
              <a:rPr lang="fr-FR" sz="1200" dirty="0">
                <a:solidFill>
                  <a:schemeClr val="bg1"/>
                </a:solidFill>
              </a:rPr>
              <a:t>Un robot de type unicycle est actionné par deux roues indépendantes, il possède éventuellement des roues folles pour assurer sa stabilité. Son centre de rotation est situé sur l'axe reliant les deux roues </a:t>
            </a:r>
            <a:r>
              <a:rPr lang="fr-FR" sz="1200" dirty="0" err="1">
                <a:solidFill>
                  <a:schemeClr val="bg1"/>
                </a:solidFill>
              </a:rPr>
              <a:t>motrices.C'est</a:t>
            </a:r>
            <a:r>
              <a:rPr lang="fr-FR" sz="1200" dirty="0">
                <a:solidFill>
                  <a:schemeClr val="bg1"/>
                </a:solidFill>
              </a:rPr>
              <a:t> un robot non-holonome, en effet il est impossible de le déplacer dans une direction perpendiculaire aux roues de locomotion. Sa commande peut être très simple, il est en effet assez facile de le déplacer d'un point a un autre par une suite de rotations simples et de lignes droites.</a:t>
            </a:r>
          </a:p>
          <a:p>
            <a:endParaRPr lang="fr-FR" sz="1200" b="1" i="1" dirty="0">
              <a:solidFill>
                <a:srgbClr val="FF0000"/>
              </a:solidFill>
            </a:endParaRPr>
          </a:p>
          <a:p>
            <a:r>
              <a:rPr lang="fr-FR" sz="1200" b="1" i="1" dirty="0">
                <a:solidFill>
                  <a:srgbClr val="FF0000"/>
                </a:solidFill>
              </a:rPr>
              <a:t>b) Robot tricycle: </a:t>
            </a:r>
            <a:r>
              <a:rPr lang="fr-FR" sz="1200" dirty="0">
                <a:solidFill>
                  <a:schemeClr val="bg1"/>
                </a:solidFill>
              </a:rPr>
              <a:t>Un robot de type tricycle est constitué de deux roues fixes placées sur un même axe et d'une roue centrée orientable placée sur l'axe longitudinal. Le mouvement du robot est donné par la vitesse des deux roues fixes et par l'orientation de la roue orientable. Son centre de rotation est situé à l'intersection de l'axe contenant les roues fixes et de l'axe de la roue orientable. C'est un robot non-holonome. En effet, il est impossible de le déplacer dans une direction perpendiculaire aux roues fixes. Sa commande est plus compliquée. Il est en général impossible d'effectuer des rotations simples à cause d'un rayon de braquage limité de la roue orientable.</a:t>
            </a:r>
          </a:p>
          <a:p>
            <a:endParaRPr lang="fr-FR" sz="1200" dirty="0">
              <a:solidFill>
                <a:schemeClr val="bg1"/>
              </a:solidFill>
            </a:endParaRPr>
          </a:p>
        </p:txBody>
      </p:sp>
      <p:pic>
        <p:nvPicPr>
          <p:cNvPr id="31" name="Image 30">
            <a:extLst>
              <a:ext uri="{FF2B5EF4-FFF2-40B4-BE49-F238E27FC236}">
                <a16:creationId xmlns:a16="http://schemas.microsoft.com/office/drawing/2014/main" id="{C0F6CA67-C166-6901-0FDB-043E6EEF6518}"/>
              </a:ext>
            </a:extLst>
          </p:cNvPr>
          <p:cNvPicPr>
            <a:picLocks noChangeAspect="1"/>
          </p:cNvPicPr>
          <p:nvPr/>
        </p:nvPicPr>
        <p:blipFill>
          <a:blip r:embed="rId3"/>
          <a:stretch>
            <a:fillRect/>
          </a:stretch>
        </p:blipFill>
        <p:spPr>
          <a:xfrm>
            <a:off x="163631" y="2264624"/>
            <a:ext cx="1027264" cy="752062"/>
          </a:xfrm>
          <a:prstGeom prst="rect">
            <a:avLst/>
          </a:prstGeom>
        </p:spPr>
      </p:pic>
      <p:sp>
        <p:nvSpPr>
          <p:cNvPr id="33" name="ZoneTexte 32">
            <a:extLst>
              <a:ext uri="{FF2B5EF4-FFF2-40B4-BE49-F238E27FC236}">
                <a16:creationId xmlns:a16="http://schemas.microsoft.com/office/drawing/2014/main" id="{210B9D80-079F-A9AB-95CF-78F30FCAFD95}"/>
              </a:ext>
            </a:extLst>
          </p:cNvPr>
          <p:cNvSpPr txBox="1"/>
          <p:nvPr/>
        </p:nvSpPr>
        <p:spPr>
          <a:xfrm>
            <a:off x="341270" y="1420950"/>
            <a:ext cx="7348556" cy="461665"/>
          </a:xfrm>
          <a:prstGeom prst="rect">
            <a:avLst/>
          </a:prstGeom>
          <a:noFill/>
        </p:spPr>
        <p:txBody>
          <a:bodyPr wrap="square">
            <a:spAutoFit/>
          </a:bodyPr>
          <a:lstStyle/>
          <a:p>
            <a:r>
              <a:rPr lang="fr-FR" sz="1200" b="1" u="sng" dirty="0">
                <a:solidFill>
                  <a:schemeClr val="bg1"/>
                </a:solidFill>
              </a:rPr>
              <a:t>Les robots à roues: </a:t>
            </a:r>
            <a:r>
              <a:rPr lang="fr-FR" sz="1200" dirty="0">
                <a:solidFill>
                  <a:schemeClr val="bg1"/>
                </a:solidFill>
              </a:rPr>
              <a:t>Il existe plusieurs classes de robots à roues déterminées, principalement, par la position et le nombre de roues utilisées. Nous citerons ici les quatre classes principales de robots à roues:</a:t>
            </a:r>
          </a:p>
        </p:txBody>
      </p:sp>
      <p:pic>
        <p:nvPicPr>
          <p:cNvPr id="35" name="Image 34">
            <a:extLst>
              <a:ext uri="{FF2B5EF4-FFF2-40B4-BE49-F238E27FC236}">
                <a16:creationId xmlns:a16="http://schemas.microsoft.com/office/drawing/2014/main" id="{AC0426B9-0D05-F116-469B-67B8E7DBE835}"/>
              </a:ext>
            </a:extLst>
          </p:cNvPr>
          <p:cNvPicPr>
            <a:picLocks noChangeAspect="1"/>
          </p:cNvPicPr>
          <p:nvPr/>
        </p:nvPicPr>
        <p:blipFill>
          <a:blip r:embed="rId4"/>
          <a:stretch>
            <a:fillRect/>
          </a:stretch>
        </p:blipFill>
        <p:spPr>
          <a:xfrm>
            <a:off x="163631" y="3398695"/>
            <a:ext cx="1027264" cy="7520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8" name="Google Shape;358;p37"/>
          <p:cNvSpPr txBox="1">
            <a:spLocks noGrp="1"/>
          </p:cNvSpPr>
          <p:nvPr>
            <p:ph type="subTitle" idx="1"/>
          </p:nvPr>
        </p:nvSpPr>
        <p:spPr>
          <a:xfrm>
            <a:off x="1238280" y="47368"/>
            <a:ext cx="6995019" cy="4638115"/>
          </a:xfrm>
          <a:prstGeom prst="rect">
            <a:avLst/>
          </a:prstGeom>
        </p:spPr>
        <p:txBody>
          <a:bodyPr spcFirstLastPara="1" wrap="square" lIns="91425" tIns="91425" rIns="91425" bIns="91425" anchor="t" anchorCtr="0">
            <a:noAutofit/>
          </a:bodyPr>
          <a:lstStyle/>
          <a:p>
            <a:pPr marL="0" indent="0"/>
            <a:r>
              <a:rPr lang="fr-FR" sz="1200" b="1" i="1" dirty="0">
                <a:solidFill>
                  <a:srgbClr val="FF0000"/>
                </a:solidFill>
                <a:latin typeface="+mn-lt"/>
              </a:rPr>
              <a:t>c) Robot voiture: </a:t>
            </a:r>
            <a:r>
              <a:rPr lang="fr-FR" sz="1200" dirty="0">
                <a:solidFill>
                  <a:schemeClr val="bg1"/>
                </a:solidFill>
                <a:latin typeface="+mn-lt"/>
              </a:rPr>
              <a:t>Un robot de type voiture est semblable au tricycle, il est constitué de deux roues fixes placées sur un même axe et de deux roues centrées orientables placées elles aussi sur un même axe. Le robot de type voiture est cependant plus stable puisqu'il possède un point d'appui supplémentaire. Toutes les autres propriétés du robot voiture sont identiques au robot tricycle, le deuxièmes pouvant être ramené au premier en remplaçant les deux roues avant par une seule placée au centre de l'axe, et ceci de manière à laisser le centre de rotation inchangé.</a:t>
            </a:r>
          </a:p>
          <a:p>
            <a:pPr marL="0" lvl="0" indent="0" algn="l" rtl="0">
              <a:spcBef>
                <a:spcPts val="0"/>
              </a:spcBef>
              <a:spcAft>
                <a:spcPts val="0"/>
              </a:spcAft>
              <a:buNone/>
            </a:pPr>
            <a:endParaRPr lang="fr-FR" sz="1200" b="1" dirty="0">
              <a:solidFill>
                <a:srgbClr val="FF0000"/>
              </a:solidFill>
              <a:latin typeface="+mn-lt"/>
            </a:endParaRPr>
          </a:p>
          <a:p>
            <a:pPr marL="0" lvl="0" indent="0" algn="l" rtl="0">
              <a:spcBef>
                <a:spcPts val="0"/>
              </a:spcBef>
              <a:spcAft>
                <a:spcPts val="0"/>
              </a:spcAft>
              <a:buNone/>
            </a:pPr>
            <a:r>
              <a:rPr lang="fr-FR" sz="1200" b="1" dirty="0">
                <a:solidFill>
                  <a:srgbClr val="FF0000"/>
                </a:solidFill>
                <a:latin typeface="+mn-lt"/>
              </a:rPr>
              <a:t>d) Robot omnidirectionnel: </a:t>
            </a:r>
            <a:r>
              <a:rPr lang="fr-FR" sz="1200" dirty="0">
                <a:latin typeface="+mn-lt"/>
              </a:rPr>
              <a:t>Un robot omnidirectionnel est un robot qui peut se déplacer librement dans toutes les directions. Il est en général constitué de trois roues décentrées orientables placées en triangle équilatéral. L'énorme avantage du robot omnidirectionnel est qu'il est holonome puisqu’il  peut se déplacer dans toutes les directions. Mais ceci se fait au dépend d'une complexité mécanique bien plus grande. </a:t>
            </a:r>
          </a:p>
          <a:p>
            <a:pPr marL="0" lvl="0" indent="0" algn="l" rtl="0">
              <a:spcBef>
                <a:spcPts val="0"/>
              </a:spcBef>
              <a:spcAft>
                <a:spcPts val="0"/>
              </a:spcAft>
              <a:buNone/>
            </a:pPr>
            <a:endParaRPr lang="fr-FR" sz="1200" dirty="0">
              <a:latin typeface="+mn-lt"/>
            </a:endParaRPr>
          </a:p>
        </p:txBody>
      </p:sp>
      <p:grpSp>
        <p:nvGrpSpPr>
          <p:cNvPr id="359" name="Google Shape;359;p37"/>
          <p:cNvGrpSpPr/>
          <p:nvPr/>
        </p:nvGrpSpPr>
        <p:grpSpPr>
          <a:xfrm>
            <a:off x="7821048" y="122755"/>
            <a:ext cx="1322952" cy="1322952"/>
            <a:chOff x="2687876" y="879297"/>
            <a:chExt cx="1170961" cy="1170961"/>
          </a:xfrm>
        </p:grpSpPr>
        <p:sp>
          <p:nvSpPr>
            <p:cNvPr id="360" name="Google Shape;360;p37"/>
            <p:cNvSpPr/>
            <p:nvPr/>
          </p:nvSpPr>
          <p:spPr>
            <a:xfrm>
              <a:off x="2687876" y="879297"/>
              <a:ext cx="1170961" cy="1170961"/>
            </a:xfrm>
            <a:custGeom>
              <a:avLst/>
              <a:gdLst/>
              <a:ahLst/>
              <a:cxnLst/>
              <a:rect l="l" t="t" r="r" b="b"/>
              <a:pathLst>
                <a:path w="17055" h="17055" extrusionOk="0">
                  <a:moveTo>
                    <a:pt x="8222" y="17054"/>
                  </a:moveTo>
                  <a:cubicBezTo>
                    <a:pt x="8021" y="17043"/>
                    <a:pt x="7809" y="17032"/>
                    <a:pt x="7609" y="17010"/>
                  </a:cubicBezTo>
                  <a:lnTo>
                    <a:pt x="7743" y="15673"/>
                  </a:lnTo>
                  <a:cubicBezTo>
                    <a:pt x="7921" y="15695"/>
                    <a:pt x="8099" y="15706"/>
                    <a:pt x="8277" y="15706"/>
                  </a:cubicBezTo>
                  <a:close/>
                  <a:moveTo>
                    <a:pt x="8845" y="17054"/>
                  </a:moveTo>
                  <a:lnTo>
                    <a:pt x="8801" y="15706"/>
                  </a:lnTo>
                  <a:cubicBezTo>
                    <a:pt x="8968" y="15706"/>
                    <a:pt x="9146" y="15684"/>
                    <a:pt x="9324" y="15673"/>
                  </a:cubicBezTo>
                  <a:lnTo>
                    <a:pt x="9469" y="17010"/>
                  </a:lnTo>
                  <a:cubicBezTo>
                    <a:pt x="9257" y="17032"/>
                    <a:pt x="9057" y="17043"/>
                    <a:pt x="8845" y="17054"/>
                  </a:cubicBezTo>
                  <a:close/>
                  <a:moveTo>
                    <a:pt x="6985" y="16921"/>
                  </a:moveTo>
                  <a:cubicBezTo>
                    <a:pt x="6785" y="16887"/>
                    <a:pt x="6584" y="16843"/>
                    <a:pt x="6384" y="16787"/>
                  </a:cubicBezTo>
                  <a:lnTo>
                    <a:pt x="6718" y="15484"/>
                  </a:lnTo>
                  <a:cubicBezTo>
                    <a:pt x="6885" y="15528"/>
                    <a:pt x="7063" y="15562"/>
                    <a:pt x="7230" y="15595"/>
                  </a:cubicBezTo>
                  <a:close/>
                  <a:moveTo>
                    <a:pt x="10082" y="16921"/>
                  </a:moveTo>
                  <a:lnTo>
                    <a:pt x="9837" y="15595"/>
                  </a:lnTo>
                  <a:cubicBezTo>
                    <a:pt x="10015" y="15562"/>
                    <a:pt x="10182" y="15528"/>
                    <a:pt x="10349" y="15484"/>
                  </a:cubicBezTo>
                  <a:lnTo>
                    <a:pt x="10694" y="16776"/>
                  </a:lnTo>
                  <a:cubicBezTo>
                    <a:pt x="10494" y="16831"/>
                    <a:pt x="10282" y="16876"/>
                    <a:pt x="10082" y="16921"/>
                  </a:cubicBezTo>
                  <a:close/>
                  <a:moveTo>
                    <a:pt x="5782" y="16609"/>
                  </a:moveTo>
                  <a:cubicBezTo>
                    <a:pt x="5582" y="16542"/>
                    <a:pt x="5392" y="16464"/>
                    <a:pt x="5203" y="16386"/>
                  </a:cubicBezTo>
                  <a:lnTo>
                    <a:pt x="5726" y="15149"/>
                  </a:lnTo>
                  <a:cubicBezTo>
                    <a:pt x="5882" y="15216"/>
                    <a:pt x="6049" y="15283"/>
                    <a:pt x="6217" y="15339"/>
                  </a:cubicBezTo>
                  <a:close/>
                  <a:moveTo>
                    <a:pt x="11285" y="16597"/>
                  </a:moveTo>
                  <a:lnTo>
                    <a:pt x="10850" y="15328"/>
                  </a:lnTo>
                  <a:cubicBezTo>
                    <a:pt x="11017" y="15272"/>
                    <a:pt x="11185" y="15205"/>
                    <a:pt x="11340" y="15138"/>
                  </a:cubicBezTo>
                  <a:lnTo>
                    <a:pt x="11864" y="16375"/>
                  </a:lnTo>
                  <a:cubicBezTo>
                    <a:pt x="11675" y="16464"/>
                    <a:pt x="11485" y="16531"/>
                    <a:pt x="11285" y="16597"/>
                  </a:cubicBezTo>
                  <a:close/>
                  <a:moveTo>
                    <a:pt x="4635" y="16118"/>
                  </a:moveTo>
                  <a:cubicBezTo>
                    <a:pt x="4457" y="16029"/>
                    <a:pt x="4267" y="15929"/>
                    <a:pt x="4089" y="15818"/>
                  </a:cubicBezTo>
                  <a:lnTo>
                    <a:pt x="4791" y="14670"/>
                  </a:lnTo>
                  <a:cubicBezTo>
                    <a:pt x="4947" y="14760"/>
                    <a:pt x="5091" y="14849"/>
                    <a:pt x="5247" y="14927"/>
                  </a:cubicBezTo>
                  <a:close/>
                  <a:moveTo>
                    <a:pt x="12432" y="16118"/>
                  </a:moveTo>
                  <a:lnTo>
                    <a:pt x="11819" y="14915"/>
                  </a:lnTo>
                  <a:cubicBezTo>
                    <a:pt x="11975" y="14838"/>
                    <a:pt x="12120" y="14748"/>
                    <a:pt x="12276" y="14659"/>
                  </a:cubicBezTo>
                  <a:lnTo>
                    <a:pt x="12978" y="15807"/>
                  </a:lnTo>
                  <a:cubicBezTo>
                    <a:pt x="12800" y="15918"/>
                    <a:pt x="12610" y="16018"/>
                    <a:pt x="12432" y="16118"/>
                  </a:cubicBezTo>
                  <a:close/>
                  <a:moveTo>
                    <a:pt x="3577" y="15472"/>
                  </a:moveTo>
                  <a:cubicBezTo>
                    <a:pt x="3409" y="15350"/>
                    <a:pt x="3242" y="15227"/>
                    <a:pt x="3075" y="15094"/>
                  </a:cubicBezTo>
                  <a:lnTo>
                    <a:pt x="3944" y="14058"/>
                  </a:lnTo>
                  <a:cubicBezTo>
                    <a:pt x="4078" y="14169"/>
                    <a:pt x="4211" y="14281"/>
                    <a:pt x="4356" y="14381"/>
                  </a:cubicBezTo>
                  <a:close/>
                  <a:moveTo>
                    <a:pt x="13490" y="15461"/>
                  </a:moveTo>
                  <a:lnTo>
                    <a:pt x="12711" y="14370"/>
                  </a:lnTo>
                  <a:cubicBezTo>
                    <a:pt x="12855" y="14269"/>
                    <a:pt x="12989" y="14158"/>
                    <a:pt x="13123" y="14047"/>
                  </a:cubicBezTo>
                  <a:lnTo>
                    <a:pt x="13980" y="15083"/>
                  </a:lnTo>
                  <a:cubicBezTo>
                    <a:pt x="13824" y="15216"/>
                    <a:pt x="13657" y="15339"/>
                    <a:pt x="13490" y="15461"/>
                  </a:cubicBezTo>
                  <a:close/>
                  <a:moveTo>
                    <a:pt x="2619" y="14682"/>
                  </a:moveTo>
                  <a:cubicBezTo>
                    <a:pt x="2463" y="14537"/>
                    <a:pt x="2318" y="14381"/>
                    <a:pt x="2184" y="14236"/>
                  </a:cubicBezTo>
                  <a:lnTo>
                    <a:pt x="3187" y="13334"/>
                  </a:lnTo>
                  <a:cubicBezTo>
                    <a:pt x="3298" y="13456"/>
                    <a:pt x="3421" y="13590"/>
                    <a:pt x="3543" y="13712"/>
                  </a:cubicBezTo>
                  <a:close/>
                  <a:moveTo>
                    <a:pt x="14448" y="14670"/>
                  </a:moveTo>
                  <a:lnTo>
                    <a:pt x="13513" y="13701"/>
                  </a:lnTo>
                  <a:cubicBezTo>
                    <a:pt x="13635" y="13579"/>
                    <a:pt x="13758" y="13456"/>
                    <a:pt x="13880" y="13323"/>
                  </a:cubicBezTo>
                  <a:lnTo>
                    <a:pt x="14883" y="14225"/>
                  </a:lnTo>
                  <a:cubicBezTo>
                    <a:pt x="14738" y="14370"/>
                    <a:pt x="14593" y="14526"/>
                    <a:pt x="14448" y="14670"/>
                  </a:cubicBezTo>
                  <a:close/>
                  <a:moveTo>
                    <a:pt x="1783" y="13757"/>
                  </a:moveTo>
                  <a:cubicBezTo>
                    <a:pt x="1661" y="13590"/>
                    <a:pt x="1538" y="13423"/>
                    <a:pt x="1427" y="13245"/>
                  </a:cubicBezTo>
                  <a:lnTo>
                    <a:pt x="2541" y="12498"/>
                  </a:lnTo>
                  <a:cubicBezTo>
                    <a:pt x="2641" y="12643"/>
                    <a:pt x="2741" y="12788"/>
                    <a:pt x="2853" y="12933"/>
                  </a:cubicBezTo>
                  <a:close/>
                  <a:moveTo>
                    <a:pt x="15273" y="13746"/>
                  </a:moveTo>
                  <a:lnTo>
                    <a:pt x="14214" y="12922"/>
                  </a:lnTo>
                  <a:cubicBezTo>
                    <a:pt x="14326" y="12777"/>
                    <a:pt x="14426" y="12632"/>
                    <a:pt x="14515" y="12498"/>
                  </a:cubicBezTo>
                  <a:lnTo>
                    <a:pt x="15640" y="13233"/>
                  </a:lnTo>
                  <a:cubicBezTo>
                    <a:pt x="15529" y="13412"/>
                    <a:pt x="15406" y="13579"/>
                    <a:pt x="15273" y="13746"/>
                  </a:cubicBezTo>
                  <a:close/>
                  <a:moveTo>
                    <a:pt x="1093" y="12721"/>
                  </a:moveTo>
                  <a:cubicBezTo>
                    <a:pt x="992" y="12532"/>
                    <a:pt x="903" y="12354"/>
                    <a:pt x="814" y="12164"/>
                  </a:cubicBezTo>
                  <a:lnTo>
                    <a:pt x="2028" y="11596"/>
                  </a:lnTo>
                  <a:cubicBezTo>
                    <a:pt x="2095" y="11752"/>
                    <a:pt x="2184" y="11908"/>
                    <a:pt x="2262" y="12053"/>
                  </a:cubicBezTo>
                  <a:close/>
                  <a:moveTo>
                    <a:pt x="15963" y="12699"/>
                  </a:moveTo>
                  <a:lnTo>
                    <a:pt x="14794" y="12042"/>
                  </a:lnTo>
                  <a:cubicBezTo>
                    <a:pt x="14883" y="11897"/>
                    <a:pt x="14961" y="11741"/>
                    <a:pt x="15039" y="11574"/>
                  </a:cubicBezTo>
                  <a:lnTo>
                    <a:pt x="16253" y="12153"/>
                  </a:lnTo>
                  <a:cubicBezTo>
                    <a:pt x="16164" y="12331"/>
                    <a:pt x="16063" y="12521"/>
                    <a:pt x="15963" y="12699"/>
                  </a:cubicBezTo>
                  <a:close/>
                  <a:moveTo>
                    <a:pt x="569" y="11596"/>
                  </a:moveTo>
                  <a:cubicBezTo>
                    <a:pt x="491" y="11396"/>
                    <a:pt x="424" y="11195"/>
                    <a:pt x="369" y="11006"/>
                  </a:cubicBezTo>
                  <a:lnTo>
                    <a:pt x="1649" y="10616"/>
                  </a:lnTo>
                  <a:cubicBezTo>
                    <a:pt x="1705" y="10783"/>
                    <a:pt x="1761" y="10950"/>
                    <a:pt x="1817" y="11106"/>
                  </a:cubicBezTo>
                  <a:close/>
                  <a:moveTo>
                    <a:pt x="16498" y="11574"/>
                  </a:moveTo>
                  <a:lnTo>
                    <a:pt x="15239" y="11095"/>
                  </a:lnTo>
                  <a:cubicBezTo>
                    <a:pt x="15306" y="10928"/>
                    <a:pt x="15362" y="10761"/>
                    <a:pt x="15406" y="10605"/>
                  </a:cubicBezTo>
                  <a:lnTo>
                    <a:pt x="16698" y="10983"/>
                  </a:lnTo>
                  <a:cubicBezTo>
                    <a:pt x="16632" y="11184"/>
                    <a:pt x="16565" y="11384"/>
                    <a:pt x="16498" y="11574"/>
                  </a:cubicBezTo>
                  <a:close/>
                  <a:moveTo>
                    <a:pt x="201" y="10404"/>
                  </a:moveTo>
                  <a:cubicBezTo>
                    <a:pt x="157" y="10193"/>
                    <a:pt x="123" y="9992"/>
                    <a:pt x="90" y="9792"/>
                  </a:cubicBezTo>
                  <a:lnTo>
                    <a:pt x="1427" y="9591"/>
                  </a:lnTo>
                  <a:cubicBezTo>
                    <a:pt x="1449" y="9758"/>
                    <a:pt x="1482" y="9936"/>
                    <a:pt x="1516" y="10103"/>
                  </a:cubicBezTo>
                  <a:close/>
                  <a:moveTo>
                    <a:pt x="16854" y="10382"/>
                  </a:moveTo>
                  <a:lnTo>
                    <a:pt x="15540" y="10092"/>
                  </a:lnTo>
                  <a:cubicBezTo>
                    <a:pt x="15573" y="9925"/>
                    <a:pt x="15607" y="9747"/>
                    <a:pt x="15640" y="9580"/>
                  </a:cubicBezTo>
                  <a:lnTo>
                    <a:pt x="16966" y="9769"/>
                  </a:lnTo>
                  <a:cubicBezTo>
                    <a:pt x="16932" y="9970"/>
                    <a:pt x="16899" y="10181"/>
                    <a:pt x="16854" y="10382"/>
                  </a:cubicBezTo>
                  <a:close/>
                  <a:moveTo>
                    <a:pt x="23" y="9168"/>
                  </a:moveTo>
                  <a:cubicBezTo>
                    <a:pt x="12" y="8967"/>
                    <a:pt x="1" y="8756"/>
                    <a:pt x="1" y="8544"/>
                  </a:cubicBezTo>
                  <a:lnTo>
                    <a:pt x="1349" y="8544"/>
                  </a:lnTo>
                  <a:cubicBezTo>
                    <a:pt x="1349" y="8722"/>
                    <a:pt x="1349" y="8900"/>
                    <a:pt x="1360" y="9067"/>
                  </a:cubicBezTo>
                  <a:close/>
                  <a:moveTo>
                    <a:pt x="17033" y="9157"/>
                  </a:moveTo>
                  <a:lnTo>
                    <a:pt x="15696" y="9056"/>
                  </a:lnTo>
                  <a:cubicBezTo>
                    <a:pt x="15707" y="8878"/>
                    <a:pt x="15707" y="8700"/>
                    <a:pt x="15707" y="8533"/>
                  </a:cubicBezTo>
                  <a:lnTo>
                    <a:pt x="15707" y="8499"/>
                  </a:lnTo>
                  <a:lnTo>
                    <a:pt x="17055" y="8488"/>
                  </a:lnTo>
                  <a:lnTo>
                    <a:pt x="17055" y="8533"/>
                  </a:lnTo>
                  <a:cubicBezTo>
                    <a:pt x="17055" y="8733"/>
                    <a:pt x="17044" y="8945"/>
                    <a:pt x="17033" y="9157"/>
                  </a:cubicBezTo>
                  <a:close/>
                  <a:moveTo>
                    <a:pt x="1360" y="8020"/>
                  </a:moveTo>
                  <a:lnTo>
                    <a:pt x="23" y="7931"/>
                  </a:lnTo>
                  <a:cubicBezTo>
                    <a:pt x="34" y="7720"/>
                    <a:pt x="57" y="7508"/>
                    <a:pt x="90" y="7308"/>
                  </a:cubicBezTo>
                  <a:lnTo>
                    <a:pt x="1416" y="7497"/>
                  </a:lnTo>
                  <a:cubicBezTo>
                    <a:pt x="1393" y="7675"/>
                    <a:pt x="1371" y="7842"/>
                    <a:pt x="1360" y="8020"/>
                  </a:cubicBezTo>
                  <a:close/>
                  <a:moveTo>
                    <a:pt x="15685" y="7976"/>
                  </a:moveTo>
                  <a:cubicBezTo>
                    <a:pt x="15674" y="7798"/>
                    <a:pt x="15651" y="7631"/>
                    <a:pt x="15629" y="7452"/>
                  </a:cubicBezTo>
                  <a:lnTo>
                    <a:pt x="16955" y="7252"/>
                  </a:lnTo>
                  <a:cubicBezTo>
                    <a:pt x="16988" y="7463"/>
                    <a:pt x="17010" y="7664"/>
                    <a:pt x="17033" y="7876"/>
                  </a:cubicBezTo>
                  <a:close/>
                  <a:moveTo>
                    <a:pt x="1516" y="6985"/>
                  </a:moveTo>
                  <a:lnTo>
                    <a:pt x="201" y="6695"/>
                  </a:lnTo>
                  <a:cubicBezTo>
                    <a:pt x="246" y="6494"/>
                    <a:pt x="291" y="6294"/>
                    <a:pt x="357" y="6093"/>
                  </a:cubicBezTo>
                  <a:lnTo>
                    <a:pt x="1638" y="6472"/>
                  </a:lnTo>
                  <a:cubicBezTo>
                    <a:pt x="1594" y="6639"/>
                    <a:pt x="1549" y="6817"/>
                    <a:pt x="1516" y="6985"/>
                  </a:cubicBezTo>
                  <a:close/>
                  <a:moveTo>
                    <a:pt x="15529" y="6940"/>
                  </a:moveTo>
                  <a:cubicBezTo>
                    <a:pt x="15495" y="6773"/>
                    <a:pt x="15451" y="6595"/>
                    <a:pt x="15395" y="6428"/>
                  </a:cubicBezTo>
                  <a:lnTo>
                    <a:pt x="16687" y="6038"/>
                  </a:lnTo>
                  <a:cubicBezTo>
                    <a:pt x="16743" y="6238"/>
                    <a:pt x="16799" y="6439"/>
                    <a:pt x="16843" y="6639"/>
                  </a:cubicBezTo>
                  <a:close/>
                  <a:moveTo>
                    <a:pt x="1805" y="5982"/>
                  </a:moveTo>
                  <a:lnTo>
                    <a:pt x="558" y="5503"/>
                  </a:lnTo>
                  <a:cubicBezTo>
                    <a:pt x="625" y="5314"/>
                    <a:pt x="703" y="5113"/>
                    <a:pt x="792" y="4924"/>
                  </a:cubicBezTo>
                  <a:lnTo>
                    <a:pt x="2017" y="5492"/>
                  </a:lnTo>
                  <a:cubicBezTo>
                    <a:pt x="1939" y="5659"/>
                    <a:pt x="1872" y="5815"/>
                    <a:pt x="1805" y="5982"/>
                  </a:cubicBezTo>
                  <a:close/>
                  <a:moveTo>
                    <a:pt x="15228" y="5937"/>
                  </a:moveTo>
                  <a:cubicBezTo>
                    <a:pt x="15161" y="5770"/>
                    <a:pt x="15094" y="5614"/>
                    <a:pt x="15016" y="5458"/>
                  </a:cubicBezTo>
                  <a:lnTo>
                    <a:pt x="16231" y="4879"/>
                  </a:lnTo>
                  <a:cubicBezTo>
                    <a:pt x="16320" y="5069"/>
                    <a:pt x="16409" y="5258"/>
                    <a:pt x="16487" y="5447"/>
                  </a:cubicBezTo>
                  <a:close/>
                  <a:moveTo>
                    <a:pt x="2251" y="5035"/>
                  </a:moveTo>
                  <a:lnTo>
                    <a:pt x="1081" y="4378"/>
                  </a:lnTo>
                  <a:cubicBezTo>
                    <a:pt x="1182" y="4189"/>
                    <a:pt x="1293" y="4010"/>
                    <a:pt x="1404" y="3843"/>
                  </a:cubicBezTo>
                  <a:lnTo>
                    <a:pt x="2529" y="4578"/>
                  </a:lnTo>
                  <a:cubicBezTo>
                    <a:pt x="2429" y="4723"/>
                    <a:pt x="2340" y="4879"/>
                    <a:pt x="2251" y="5035"/>
                  </a:cubicBezTo>
                  <a:close/>
                  <a:moveTo>
                    <a:pt x="14782" y="4991"/>
                  </a:moveTo>
                  <a:cubicBezTo>
                    <a:pt x="14693" y="4835"/>
                    <a:pt x="14604" y="4690"/>
                    <a:pt x="14504" y="4545"/>
                  </a:cubicBezTo>
                  <a:lnTo>
                    <a:pt x="15618" y="3799"/>
                  </a:lnTo>
                  <a:cubicBezTo>
                    <a:pt x="15740" y="3966"/>
                    <a:pt x="15841" y="4144"/>
                    <a:pt x="15952" y="4322"/>
                  </a:cubicBezTo>
                  <a:close/>
                  <a:moveTo>
                    <a:pt x="2830" y="4155"/>
                  </a:moveTo>
                  <a:lnTo>
                    <a:pt x="1761" y="3331"/>
                  </a:lnTo>
                  <a:cubicBezTo>
                    <a:pt x="1895" y="3175"/>
                    <a:pt x="2028" y="3008"/>
                    <a:pt x="2162" y="2852"/>
                  </a:cubicBezTo>
                  <a:lnTo>
                    <a:pt x="3164" y="3754"/>
                  </a:lnTo>
                  <a:cubicBezTo>
                    <a:pt x="3053" y="3877"/>
                    <a:pt x="2942" y="4010"/>
                    <a:pt x="2830" y="4155"/>
                  </a:cubicBezTo>
                  <a:close/>
                  <a:moveTo>
                    <a:pt x="14192" y="4122"/>
                  </a:moveTo>
                  <a:cubicBezTo>
                    <a:pt x="14092" y="3977"/>
                    <a:pt x="13980" y="3843"/>
                    <a:pt x="13858" y="3721"/>
                  </a:cubicBezTo>
                  <a:lnTo>
                    <a:pt x="14860" y="2819"/>
                  </a:lnTo>
                  <a:cubicBezTo>
                    <a:pt x="14994" y="2974"/>
                    <a:pt x="15128" y="3130"/>
                    <a:pt x="15261" y="3297"/>
                  </a:cubicBezTo>
                  <a:close/>
                  <a:moveTo>
                    <a:pt x="3532" y="3375"/>
                  </a:moveTo>
                  <a:lnTo>
                    <a:pt x="2596" y="2406"/>
                  </a:lnTo>
                  <a:cubicBezTo>
                    <a:pt x="2741" y="2262"/>
                    <a:pt x="2897" y="2117"/>
                    <a:pt x="3053" y="1994"/>
                  </a:cubicBezTo>
                  <a:lnTo>
                    <a:pt x="3922" y="3019"/>
                  </a:lnTo>
                  <a:cubicBezTo>
                    <a:pt x="3788" y="3130"/>
                    <a:pt x="3655" y="3253"/>
                    <a:pt x="3532" y="3375"/>
                  </a:cubicBezTo>
                  <a:close/>
                  <a:moveTo>
                    <a:pt x="13490" y="3342"/>
                  </a:moveTo>
                  <a:cubicBezTo>
                    <a:pt x="13368" y="3220"/>
                    <a:pt x="13234" y="3108"/>
                    <a:pt x="13100" y="2997"/>
                  </a:cubicBezTo>
                  <a:lnTo>
                    <a:pt x="13958" y="1961"/>
                  </a:lnTo>
                  <a:cubicBezTo>
                    <a:pt x="14114" y="2083"/>
                    <a:pt x="14270" y="2228"/>
                    <a:pt x="14426" y="2373"/>
                  </a:cubicBezTo>
                  <a:close/>
                  <a:moveTo>
                    <a:pt x="4334" y="2696"/>
                  </a:moveTo>
                  <a:lnTo>
                    <a:pt x="3543" y="1604"/>
                  </a:lnTo>
                  <a:cubicBezTo>
                    <a:pt x="3710" y="1482"/>
                    <a:pt x="3888" y="1370"/>
                    <a:pt x="4067" y="1259"/>
                  </a:cubicBezTo>
                  <a:lnTo>
                    <a:pt x="4768" y="2406"/>
                  </a:lnTo>
                  <a:cubicBezTo>
                    <a:pt x="4624" y="2495"/>
                    <a:pt x="4479" y="2596"/>
                    <a:pt x="4334" y="2696"/>
                  </a:cubicBezTo>
                  <a:close/>
                  <a:moveTo>
                    <a:pt x="12688" y="2674"/>
                  </a:moveTo>
                  <a:cubicBezTo>
                    <a:pt x="12543" y="2573"/>
                    <a:pt x="12399" y="2473"/>
                    <a:pt x="12243" y="2384"/>
                  </a:cubicBezTo>
                  <a:lnTo>
                    <a:pt x="12944" y="1237"/>
                  </a:lnTo>
                  <a:cubicBezTo>
                    <a:pt x="13123" y="1337"/>
                    <a:pt x="13301" y="1460"/>
                    <a:pt x="13468" y="1582"/>
                  </a:cubicBezTo>
                  <a:close/>
                  <a:moveTo>
                    <a:pt x="5225" y="2150"/>
                  </a:moveTo>
                  <a:lnTo>
                    <a:pt x="4601" y="958"/>
                  </a:lnTo>
                  <a:cubicBezTo>
                    <a:pt x="4791" y="858"/>
                    <a:pt x="4980" y="769"/>
                    <a:pt x="5169" y="691"/>
                  </a:cubicBezTo>
                  <a:lnTo>
                    <a:pt x="5693" y="1927"/>
                  </a:lnTo>
                  <a:cubicBezTo>
                    <a:pt x="5537" y="1994"/>
                    <a:pt x="5381" y="2072"/>
                    <a:pt x="5225" y="2150"/>
                  </a:cubicBezTo>
                  <a:close/>
                  <a:moveTo>
                    <a:pt x="11786" y="2128"/>
                  </a:moveTo>
                  <a:cubicBezTo>
                    <a:pt x="11630" y="2050"/>
                    <a:pt x="11474" y="1972"/>
                    <a:pt x="11318" y="1905"/>
                  </a:cubicBezTo>
                  <a:lnTo>
                    <a:pt x="11831" y="669"/>
                  </a:lnTo>
                  <a:cubicBezTo>
                    <a:pt x="12031" y="747"/>
                    <a:pt x="12220" y="836"/>
                    <a:pt x="12399" y="936"/>
                  </a:cubicBezTo>
                  <a:close/>
                  <a:moveTo>
                    <a:pt x="6183" y="1738"/>
                  </a:moveTo>
                  <a:lnTo>
                    <a:pt x="5749" y="468"/>
                  </a:lnTo>
                  <a:cubicBezTo>
                    <a:pt x="5949" y="401"/>
                    <a:pt x="6150" y="335"/>
                    <a:pt x="6350" y="290"/>
                  </a:cubicBezTo>
                  <a:lnTo>
                    <a:pt x="6684" y="1582"/>
                  </a:lnTo>
                  <a:cubicBezTo>
                    <a:pt x="6517" y="1627"/>
                    <a:pt x="6350" y="1682"/>
                    <a:pt x="6183" y="1738"/>
                  </a:cubicBezTo>
                  <a:close/>
                  <a:moveTo>
                    <a:pt x="10828" y="1727"/>
                  </a:moveTo>
                  <a:cubicBezTo>
                    <a:pt x="10661" y="1671"/>
                    <a:pt x="10494" y="1615"/>
                    <a:pt x="10316" y="1571"/>
                  </a:cubicBezTo>
                  <a:lnTo>
                    <a:pt x="10661" y="268"/>
                  </a:lnTo>
                  <a:cubicBezTo>
                    <a:pt x="10861" y="323"/>
                    <a:pt x="11062" y="379"/>
                    <a:pt x="11251" y="446"/>
                  </a:cubicBezTo>
                  <a:close/>
                  <a:moveTo>
                    <a:pt x="7197" y="1471"/>
                  </a:moveTo>
                  <a:lnTo>
                    <a:pt x="6952" y="145"/>
                  </a:lnTo>
                  <a:cubicBezTo>
                    <a:pt x="7152" y="112"/>
                    <a:pt x="7364" y="78"/>
                    <a:pt x="7564" y="56"/>
                  </a:cubicBezTo>
                  <a:lnTo>
                    <a:pt x="7720" y="1393"/>
                  </a:lnTo>
                  <a:cubicBezTo>
                    <a:pt x="7542" y="1415"/>
                    <a:pt x="7375" y="1437"/>
                    <a:pt x="7197" y="1471"/>
                  </a:cubicBezTo>
                  <a:close/>
                  <a:moveTo>
                    <a:pt x="9803" y="1460"/>
                  </a:moveTo>
                  <a:cubicBezTo>
                    <a:pt x="9636" y="1426"/>
                    <a:pt x="9469" y="1404"/>
                    <a:pt x="9291" y="1393"/>
                  </a:cubicBezTo>
                  <a:lnTo>
                    <a:pt x="9436" y="45"/>
                  </a:lnTo>
                  <a:cubicBezTo>
                    <a:pt x="9636" y="67"/>
                    <a:pt x="9848" y="101"/>
                    <a:pt x="10048" y="134"/>
                  </a:cubicBezTo>
                  <a:close/>
                  <a:moveTo>
                    <a:pt x="8244" y="1348"/>
                  </a:moveTo>
                  <a:lnTo>
                    <a:pt x="8188" y="11"/>
                  </a:lnTo>
                  <a:cubicBezTo>
                    <a:pt x="8300" y="0"/>
                    <a:pt x="8411" y="0"/>
                    <a:pt x="8533" y="0"/>
                  </a:cubicBezTo>
                  <a:cubicBezTo>
                    <a:pt x="8623" y="0"/>
                    <a:pt x="8712" y="0"/>
                    <a:pt x="8812" y="11"/>
                  </a:cubicBezTo>
                  <a:lnTo>
                    <a:pt x="8767" y="1348"/>
                  </a:lnTo>
                  <a:cubicBezTo>
                    <a:pt x="8678" y="1348"/>
                    <a:pt x="8600" y="1348"/>
                    <a:pt x="8511" y="1348"/>
                  </a:cubicBezTo>
                  <a:cubicBezTo>
                    <a:pt x="8422" y="1348"/>
                    <a:pt x="8333" y="1348"/>
                    <a:pt x="8244" y="1348"/>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61" name="Google Shape;361;p37"/>
            <p:cNvGrpSpPr/>
            <p:nvPr/>
          </p:nvGrpSpPr>
          <p:grpSpPr>
            <a:xfrm>
              <a:off x="2807960" y="998627"/>
              <a:ext cx="930805" cy="932320"/>
              <a:chOff x="2807960" y="998627"/>
              <a:chExt cx="930805" cy="932320"/>
            </a:xfrm>
          </p:grpSpPr>
          <p:sp>
            <p:nvSpPr>
              <p:cNvPr id="362" name="Google Shape;362;p37"/>
              <p:cNvSpPr/>
              <p:nvPr/>
            </p:nvSpPr>
            <p:spPr>
              <a:xfrm>
                <a:off x="3687478" y="1568359"/>
                <a:ext cx="36801" cy="36801"/>
              </a:xfrm>
              <a:custGeom>
                <a:avLst/>
                <a:gdLst/>
                <a:ahLst/>
                <a:cxnLst/>
                <a:rect l="l" t="t" r="r" b="b"/>
                <a:pathLst>
                  <a:path w="536" h="536" extrusionOk="0">
                    <a:moveTo>
                      <a:pt x="201" y="491"/>
                    </a:moveTo>
                    <a:cubicBezTo>
                      <a:pt x="79" y="457"/>
                      <a:pt x="1" y="324"/>
                      <a:pt x="34" y="201"/>
                    </a:cubicBezTo>
                    <a:cubicBezTo>
                      <a:pt x="67" y="79"/>
                      <a:pt x="201" y="1"/>
                      <a:pt x="335" y="34"/>
                    </a:cubicBezTo>
                    <a:cubicBezTo>
                      <a:pt x="468" y="56"/>
                      <a:pt x="535" y="190"/>
                      <a:pt x="502" y="324"/>
                    </a:cubicBezTo>
                    <a:cubicBezTo>
                      <a:pt x="457" y="457"/>
                      <a:pt x="324" y="535"/>
                      <a:pt x="201" y="49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7"/>
              <p:cNvSpPr/>
              <p:nvPr/>
            </p:nvSpPr>
            <p:spPr>
              <a:xfrm>
                <a:off x="3657680" y="1645601"/>
                <a:ext cx="38311" cy="37556"/>
              </a:xfrm>
              <a:custGeom>
                <a:avLst/>
                <a:gdLst/>
                <a:ahLst/>
                <a:cxnLst/>
                <a:rect l="l" t="t" r="r" b="b"/>
                <a:pathLst>
                  <a:path w="558" h="547" extrusionOk="0">
                    <a:moveTo>
                      <a:pt x="156" y="480"/>
                    </a:moveTo>
                    <a:cubicBezTo>
                      <a:pt x="45" y="413"/>
                      <a:pt x="0" y="268"/>
                      <a:pt x="56" y="157"/>
                    </a:cubicBezTo>
                    <a:cubicBezTo>
                      <a:pt x="112" y="45"/>
                      <a:pt x="256" y="1"/>
                      <a:pt x="379" y="45"/>
                    </a:cubicBezTo>
                    <a:cubicBezTo>
                      <a:pt x="501" y="101"/>
                      <a:pt x="557" y="246"/>
                      <a:pt x="490" y="368"/>
                    </a:cubicBezTo>
                    <a:cubicBezTo>
                      <a:pt x="424" y="491"/>
                      <a:pt x="279" y="546"/>
                      <a:pt x="156" y="48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7"/>
              <p:cNvSpPr/>
              <p:nvPr/>
            </p:nvSpPr>
            <p:spPr>
              <a:xfrm>
                <a:off x="3614082" y="1715976"/>
                <a:ext cx="38311" cy="37556"/>
              </a:xfrm>
              <a:custGeom>
                <a:avLst/>
                <a:gdLst/>
                <a:ahLst/>
                <a:cxnLst/>
                <a:rect l="l" t="t" r="r" b="b"/>
                <a:pathLst>
                  <a:path w="558" h="547" extrusionOk="0">
                    <a:moveTo>
                      <a:pt x="123" y="457"/>
                    </a:moveTo>
                    <a:cubicBezTo>
                      <a:pt x="23" y="379"/>
                      <a:pt x="0" y="223"/>
                      <a:pt x="89" y="123"/>
                    </a:cubicBezTo>
                    <a:cubicBezTo>
                      <a:pt x="167" y="34"/>
                      <a:pt x="312" y="0"/>
                      <a:pt x="412" y="78"/>
                    </a:cubicBezTo>
                    <a:cubicBezTo>
                      <a:pt x="524" y="145"/>
                      <a:pt x="557" y="312"/>
                      <a:pt x="468" y="413"/>
                    </a:cubicBezTo>
                    <a:cubicBezTo>
                      <a:pt x="379" y="524"/>
                      <a:pt x="223" y="546"/>
                      <a:pt x="123" y="457"/>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7"/>
              <p:cNvSpPr/>
              <p:nvPr/>
            </p:nvSpPr>
            <p:spPr>
              <a:xfrm>
                <a:off x="3559018" y="1777907"/>
                <a:ext cx="36732" cy="36801"/>
              </a:xfrm>
              <a:custGeom>
                <a:avLst/>
                <a:gdLst/>
                <a:ahLst/>
                <a:cxnLst/>
                <a:rect l="l" t="t" r="r" b="b"/>
                <a:pathLst>
                  <a:path w="535" h="536" extrusionOk="0">
                    <a:moveTo>
                      <a:pt x="78" y="424"/>
                    </a:moveTo>
                    <a:cubicBezTo>
                      <a:pt x="0" y="324"/>
                      <a:pt x="11" y="168"/>
                      <a:pt x="101" y="90"/>
                    </a:cubicBezTo>
                    <a:cubicBezTo>
                      <a:pt x="201" y="12"/>
                      <a:pt x="346" y="1"/>
                      <a:pt x="446" y="101"/>
                    </a:cubicBezTo>
                    <a:cubicBezTo>
                      <a:pt x="535" y="190"/>
                      <a:pt x="535" y="357"/>
                      <a:pt x="424" y="446"/>
                    </a:cubicBezTo>
                    <a:cubicBezTo>
                      <a:pt x="323" y="535"/>
                      <a:pt x="167" y="524"/>
                      <a:pt x="78" y="424"/>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7"/>
              <p:cNvSpPr/>
              <p:nvPr/>
            </p:nvSpPr>
            <p:spPr>
              <a:xfrm>
                <a:off x="3492487" y="1827616"/>
                <a:ext cx="37487" cy="37556"/>
              </a:xfrm>
              <a:custGeom>
                <a:avLst/>
                <a:gdLst/>
                <a:ahLst/>
                <a:cxnLst/>
                <a:rect l="l" t="t" r="r" b="b"/>
                <a:pathLst>
                  <a:path w="546" h="547" extrusionOk="0">
                    <a:moveTo>
                      <a:pt x="67" y="391"/>
                    </a:moveTo>
                    <a:cubicBezTo>
                      <a:pt x="0" y="279"/>
                      <a:pt x="34" y="134"/>
                      <a:pt x="145" y="68"/>
                    </a:cubicBezTo>
                    <a:cubicBezTo>
                      <a:pt x="256" y="1"/>
                      <a:pt x="401" y="23"/>
                      <a:pt x="479" y="134"/>
                    </a:cubicBezTo>
                    <a:cubicBezTo>
                      <a:pt x="546" y="246"/>
                      <a:pt x="524" y="402"/>
                      <a:pt x="401" y="480"/>
                    </a:cubicBezTo>
                    <a:cubicBezTo>
                      <a:pt x="279" y="547"/>
                      <a:pt x="134" y="513"/>
                      <a:pt x="67" y="39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7"/>
              <p:cNvSpPr/>
              <p:nvPr/>
            </p:nvSpPr>
            <p:spPr>
              <a:xfrm>
                <a:off x="3418267" y="1865103"/>
                <a:ext cx="37556" cy="37556"/>
              </a:xfrm>
              <a:custGeom>
                <a:avLst/>
                <a:gdLst/>
                <a:ahLst/>
                <a:cxnLst/>
                <a:rect l="l" t="t" r="r" b="b"/>
                <a:pathLst>
                  <a:path w="547" h="547" extrusionOk="0">
                    <a:moveTo>
                      <a:pt x="45" y="346"/>
                    </a:moveTo>
                    <a:cubicBezTo>
                      <a:pt x="1" y="223"/>
                      <a:pt x="68" y="90"/>
                      <a:pt x="190" y="45"/>
                    </a:cubicBezTo>
                    <a:cubicBezTo>
                      <a:pt x="301" y="1"/>
                      <a:pt x="446" y="56"/>
                      <a:pt x="502" y="168"/>
                    </a:cubicBezTo>
                    <a:cubicBezTo>
                      <a:pt x="547" y="290"/>
                      <a:pt x="491" y="435"/>
                      <a:pt x="368" y="491"/>
                    </a:cubicBezTo>
                    <a:cubicBezTo>
                      <a:pt x="235" y="546"/>
                      <a:pt x="90" y="480"/>
                      <a:pt x="45" y="346"/>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7"/>
              <p:cNvSpPr/>
              <p:nvPr/>
            </p:nvSpPr>
            <p:spPr>
              <a:xfrm>
                <a:off x="3339516" y="1888036"/>
                <a:ext cx="35977" cy="36801"/>
              </a:xfrm>
              <a:custGeom>
                <a:avLst/>
                <a:gdLst/>
                <a:ahLst/>
                <a:cxnLst/>
                <a:rect l="l" t="t" r="r" b="b"/>
                <a:pathLst>
                  <a:path w="524" h="536" extrusionOk="0">
                    <a:moveTo>
                      <a:pt x="23" y="313"/>
                    </a:moveTo>
                    <a:cubicBezTo>
                      <a:pt x="0" y="179"/>
                      <a:pt x="90" y="68"/>
                      <a:pt x="212" y="34"/>
                    </a:cubicBezTo>
                    <a:cubicBezTo>
                      <a:pt x="346" y="1"/>
                      <a:pt x="468" y="90"/>
                      <a:pt x="502" y="212"/>
                    </a:cubicBezTo>
                    <a:cubicBezTo>
                      <a:pt x="524" y="346"/>
                      <a:pt x="446" y="480"/>
                      <a:pt x="301" y="502"/>
                    </a:cubicBezTo>
                    <a:cubicBezTo>
                      <a:pt x="167" y="535"/>
                      <a:pt x="45" y="435"/>
                      <a:pt x="23" y="313"/>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7"/>
              <p:cNvSpPr/>
              <p:nvPr/>
            </p:nvSpPr>
            <p:spPr>
              <a:xfrm>
                <a:off x="3257675" y="1897236"/>
                <a:ext cx="34466" cy="33711"/>
              </a:xfrm>
              <a:custGeom>
                <a:avLst/>
                <a:gdLst/>
                <a:ahLst/>
                <a:cxnLst/>
                <a:rect l="l" t="t" r="r" b="b"/>
                <a:pathLst>
                  <a:path w="502" h="491" extrusionOk="0">
                    <a:moveTo>
                      <a:pt x="12" y="245"/>
                    </a:moveTo>
                    <a:cubicBezTo>
                      <a:pt x="12" y="123"/>
                      <a:pt x="123" y="12"/>
                      <a:pt x="246" y="12"/>
                    </a:cubicBezTo>
                    <a:cubicBezTo>
                      <a:pt x="379" y="0"/>
                      <a:pt x="491" y="112"/>
                      <a:pt x="491" y="245"/>
                    </a:cubicBezTo>
                    <a:cubicBezTo>
                      <a:pt x="502" y="379"/>
                      <a:pt x="390" y="479"/>
                      <a:pt x="246" y="490"/>
                    </a:cubicBezTo>
                    <a:cubicBezTo>
                      <a:pt x="112" y="490"/>
                      <a:pt x="1" y="379"/>
                      <a:pt x="12" y="245"/>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7"/>
              <p:cNvSpPr/>
              <p:nvPr/>
            </p:nvSpPr>
            <p:spPr>
              <a:xfrm>
                <a:off x="3173568" y="1888791"/>
                <a:ext cx="35977" cy="36045"/>
              </a:xfrm>
              <a:custGeom>
                <a:avLst/>
                <a:gdLst/>
                <a:ahLst/>
                <a:cxnLst/>
                <a:rect l="l" t="t" r="r" b="b"/>
                <a:pathLst>
                  <a:path w="524" h="525" extrusionOk="0">
                    <a:moveTo>
                      <a:pt x="34" y="224"/>
                    </a:moveTo>
                    <a:cubicBezTo>
                      <a:pt x="67" y="90"/>
                      <a:pt x="190" y="1"/>
                      <a:pt x="312" y="23"/>
                    </a:cubicBezTo>
                    <a:cubicBezTo>
                      <a:pt x="446" y="45"/>
                      <a:pt x="524" y="168"/>
                      <a:pt x="513" y="302"/>
                    </a:cubicBezTo>
                    <a:cubicBezTo>
                      <a:pt x="490" y="435"/>
                      <a:pt x="368" y="524"/>
                      <a:pt x="234" y="491"/>
                    </a:cubicBezTo>
                    <a:cubicBezTo>
                      <a:pt x="89" y="469"/>
                      <a:pt x="0" y="346"/>
                      <a:pt x="34" y="224"/>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7"/>
              <p:cNvSpPr/>
              <p:nvPr/>
            </p:nvSpPr>
            <p:spPr>
              <a:xfrm>
                <a:off x="3093237" y="1865859"/>
                <a:ext cx="37556" cy="37556"/>
              </a:xfrm>
              <a:custGeom>
                <a:avLst/>
                <a:gdLst/>
                <a:ahLst/>
                <a:cxnLst/>
                <a:rect l="l" t="t" r="r" b="b"/>
                <a:pathLst>
                  <a:path w="547" h="547" extrusionOk="0">
                    <a:moveTo>
                      <a:pt x="56" y="179"/>
                    </a:moveTo>
                    <a:cubicBezTo>
                      <a:pt x="112" y="56"/>
                      <a:pt x="246" y="1"/>
                      <a:pt x="368" y="45"/>
                    </a:cubicBezTo>
                    <a:cubicBezTo>
                      <a:pt x="480" y="90"/>
                      <a:pt x="546" y="235"/>
                      <a:pt x="502" y="357"/>
                    </a:cubicBezTo>
                    <a:cubicBezTo>
                      <a:pt x="457" y="480"/>
                      <a:pt x="324" y="546"/>
                      <a:pt x="190" y="491"/>
                    </a:cubicBezTo>
                    <a:cubicBezTo>
                      <a:pt x="67" y="446"/>
                      <a:pt x="1" y="301"/>
                      <a:pt x="56" y="179"/>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7"/>
              <p:cNvSpPr/>
              <p:nvPr/>
            </p:nvSpPr>
            <p:spPr>
              <a:xfrm>
                <a:off x="3019086" y="1829126"/>
                <a:ext cx="37487" cy="38311"/>
              </a:xfrm>
              <a:custGeom>
                <a:avLst/>
                <a:gdLst/>
                <a:ahLst/>
                <a:cxnLst/>
                <a:rect l="l" t="t" r="r" b="b"/>
                <a:pathLst>
                  <a:path w="546" h="558" extrusionOk="0">
                    <a:moveTo>
                      <a:pt x="67" y="146"/>
                    </a:moveTo>
                    <a:cubicBezTo>
                      <a:pt x="145" y="34"/>
                      <a:pt x="290" y="1"/>
                      <a:pt x="401" y="68"/>
                    </a:cubicBezTo>
                    <a:cubicBezTo>
                      <a:pt x="501" y="146"/>
                      <a:pt x="546" y="279"/>
                      <a:pt x="479" y="402"/>
                    </a:cubicBezTo>
                    <a:cubicBezTo>
                      <a:pt x="412" y="513"/>
                      <a:pt x="267" y="558"/>
                      <a:pt x="145" y="480"/>
                    </a:cubicBezTo>
                    <a:cubicBezTo>
                      <a:pt x="34" y="402"/>
                      <a:pt x="0" y="246"/>
                      <a:pt x="67" y="146"/>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7"/>
              <p:cNvSpPr/>
              <p:nvPr/>
            </p:nvSpPr>
            <p:spPr>
              <a:xfrm>
                <a:off x="2953311" y="1779417"/>
                <a:ext cx="36732" cy="37556"/>
              </a:xfrm>
              <a:custGeom>
                <a:avLst/>
                <a:gdLst/>
                <a:ahLst/>
                <a:cxnLst/>
                <a:rect l="l" t="t" r="r" b="b"/>
                <a:pathLst>
                  <a:path w="535" h="547" extrusionOk="0">
                    <a:moveTo>
                      <a:pt x="89" y="101"/>
                    </a:moveTo>
                    <a:cubicBezTo>
                      <a:pt x="190" y="12"/>
                      <a:pt x="334" y="1"/>
                      <a:pt x="423" y="90"/>
                    </a:cubicBezTo>
                    <a:cubicBezTo>
                      <a:pt x="513" y="190"/>
                      <a:pt x="535" y="324"/>
                      <a:pt x="446" y="435"/>
                    </a:cubicBezTo>
                    <a:cubicBezTo>
                      <a:pt x="368" y="536"/>
                      <a:pt x="201" y="547"/>
                      <a:pt x="100" y="447"/>
                    </a:cubicBezTo>
                    <a:cubicBezTo>
                      <a:pt x="0" y="357"/>
                      <a:pt x="0" y="201"/>
                      <a:pt x="89" y="10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7"/>
              <p:cNvSpPr/>
              <p:nvPr/>
            </p:nvSpPr>
            <p:spPr>
              <a:xfrm>
                <a:off x="2896667" y="1718242"/>
                <a:ext cx="36801" cy="37556"/>
              </a:xfrm>
              <a:custGeom>
                <a:avLst/>
                <a:gdLst/>
                <a:ahLst/>
                <a:cxnLst/>
                <a:rect l="l" t="t" r="r" b="b"/>
                <a:pathLst>
                  <a:path w="536" h="547" extrusionOk="0">
                    <a:moveTo>
                      <a:pt x="135" y="79"/>
                    </a:moveTo>
                    <a:cubicBezTo>
                      <a:pt x="246" y="1"/>
                      <a:pt x="391" y="23"/>
                      <a:pt x="469" y="123"/>
                    </a:cubicBezTo>
                    <a:cubicBezTo>
                      <a:pt x="536" y="235"/>
                      <a:pt x="524" y="380"/>
                      <a:pt x="424" y="458"/>
                    </a:cubicBezTo>
                    <a:cubicBezTo>
                      <a:pt x="324" y="547"/>
                      <a:pt x="168" y="536"/>
                      <a:pt x="79" y="424"/>
                    </a:cubicBezTo>
                    <a:cubicBezTo>
                      <a:pt x="1" y="302"/>
                      <a:pt x="23" y="146"/>
                      <a:pt x="135" y="79"/>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7"/>
              <p:cNvSpPr/>
              <p:nvPr/>
            </p:nvSpPr>
            <p:spPr>
              <a:xfrm>
                <a:off x="2852314" y="1647935"/>
                <a:ext cx="38311" cy="37487"/>
              </a:xfrm>
              <a:custGeom>
                <a:avLst/>
                <a:gdLst/>
                <a:ahLst/>
                <a:cxnLst/>
                <a:rect l="l" t="t" r="r" b="b"/>
                <a:pathLst>
                  <a:path w="558" h="546" extrusionOk="0">
                    <a:moveTo>
                      <a:pt x="179" y="56"/>
                    </a:moveTo>
                    <a:cubicBezTo>
                      <a:pt x="302" y="0"/>
                      <a:pt x="435" y="45"/>
                      <a:pt x="491" y="167"/>
                    </a:cubicBezTo>
                    <a:cubicBezTo>
                      <a:pt x="558" y="279"/>
                      <a:pt x="513" y="423"/>
                      <a:pt x="391" y="479"/>
                    </a:cubicBezTo>
                    <a:cubicBezTo>
                      <a:pt x="279" y="546"/>
                      <a:pt x="134" y="501"/>
                      <a:pt x="68" y="379"/>
                    </a:cubicBezTo>
                    <a:cubicBezTo>
                      <a:pt x="1" y="256"/>
                      <a:pt x="57" y="111"/>
                      <a:pt x="179" y="56"/>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7"/>
              <p:cNvSpPr/>
              <p:nvPr/>
            </p:nvSpPr>
            <p:spPr>
              <a:xfrm>
                <a:off x="2822516" y="1571449"/>
                <a:ext cx="37556" cy="36732"/>
              </a:xfrm>
              <a:custGeom>
                <a:avLst/>
                <a:gdLst/>
                <a:ahLst/>
                <a:cxnLst/>
                <a:rect l="l" t="t" r="r" b="b"/>
                <a:pathLst>
                  <a:path w="547" h="535" extrusionOk="0">
                    <a:moveTo>
                      <a:pt x="212" y="22"/>
                    </a:moveTo>
                    <a:cubicBezTo>
                      <a:pt x="346" y="0"/>
                      <a:pt x="468" y="67"/>
                      <a:pt x="502" y="190"/>
                    </a:cubicBezTo>
                    <a:cubicBezTo>
                      <a:pt x="546" y="312"/>
                      <a:pt x="468" y="446"/>
                      <a:pt x="346" y="490"/>
                    </a:cubicBezTo>
                    <a:cubicBezTo>
                      <a:pt x="223" y="535"/>
                      <a:pt x="90" y="457"/>
                      <a:pt x="45" y="323"/>
                    </a:cubicBezTo>
                    <a:cubicBezTo>
                      <a:pt x="0" y="190"/>
                      <a:pt x="90" y="56"/>
                      <a:pt x="212" y="22"/>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7"/>
              <p:cNvSpPr/>
              <p:nvPr/>
            </p:nvSpPr>
            <p:spPr>
              <a:xfrm>
                <a:off x="2807960" y="1491118"/>
                <a:ext cx="35290" cy="34466"/>
              </a:xfrm>
              <a:custGeom>
                <a:avLst/>
                <a:gdLst/>
                <a:ahLst/>
                <a:cxnLst/>
                <a:rect l="l" t="t" r="r" b="b"/>
                <a:pathLst>
                  <a:path w="514" h="502" extrusionOk="0">
                    <a:moveTo>
                      <a:pt x="246" y="1"/>
                    </a:moveTo>
                    <a:cubicBezTo>
                      <a:pt x="379" y="1"/>
                      <a:pt x="480" y="90"/>
                      <a:pt x="502" y="223"/>
                    </a:cubicBezTo>
                    <a:cubicBezTo>
                      <a:pt x="513" y="346"/>
                      <a:pt x="424" y="468"/>
                      <a:pt x="290" y="480"/>
                    </a:cubicBezTo>
                    <a:cubicBezTo>
                      <a:pt x="157" y="502"/>
                      <a:pt x="34" y="402"/>
                      <a:pt x="23" y="268"/>
                    </a:cubicBezTo>
                    <a:cubicBezTo>
                      <a:pt x="1" y="123"/>
                      <a:pt x="112" y="12"/>
                      <a:pt x="246"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7"/>
              <p:cNvSpPr/>
              <p:nvPr/>
            </p:nvSpPr>
            <p:spPr>
              <a:xfrm>
                <a:off x="2808716" y="1407011"/>
                <a:ext cx="34535" cy="35222"/>
              </a:xfrm>
              <a:custGeom>
                <a:avLst/>
                <a:gdLst/>
                <a:ahLst/>
                <a:cxnLst/>
                <a:rect l="l" t="t" r="r" b="b"/>
                <a:pathLst>
                  <a:path w="503" h="513" extrusionOk="0">
                    <a:moveTo>
                      <a:pt x="268" y="23"/>
                    </a:moveTo>
                    <a:cubicBezTo>
                      <a:pt x="402" y="34"/>
                      <a:pt x="502" y="156"/>
                      <a:pt x="491" y="279"/>
                    </a:cubicBezTo>
                    <a:cubicBezTo>
                      <a:pt x="480" y="412"/>
                      <a:pt x="357" y="513"/>
                      <a:pt x="235" y="502"/>
                    </a:cubicBezTo>
                    <a:cubicBezTo>
                      <a:pt x="101" y="490"/>
                      <a:pt x="1" y="379"/>
                      <a:pt x="12" y="234"/>
                    </a:cubicBezTo>
                    <a:cubicBezTo>
                      <a:pt x="23" y="101"/>
                      <a:pt x="135" y="0"/>
                      <a:pt x="268" y="23"/>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7"/>
              <p:cNvSpPr/>
              <p:nvPr/>
            </p:nvSpPr>
            <p:spPr>
              <a:xfrm>
                <a:off x="2822516" y="1324414"/>
                <a:ext cx="36801" cy="36732"/>
              </a:xfrm>
              <a:custGeom>
                <a:avLst/>
                <a:gdLst/>
                <a:ahLst/>
                <a:cxnLst/>
                <a:rect l="l" t="t" r="r" b="b"/>
                <a:pathLst>
                  <a:path w="536" h="535" extrusionOk="0">
                    <a:moveTo>
                      <a:pt x="335" y="45"/>
                    </a:moveTo>
                    <a:cubicBezTo>
                      <a:pt x="457" y="78"/>
                      <a:pt x="535" y="212"/>
                      <a:pt x="502" y="334"/>
                    </a:cubicBezTo>
                    <a:cubicBezTo>
                      <a:pt x="457" y="468"/>
                      <a:pt x="323" y="535"/>
                      <a:pt x="201" y="513"/>
                    </a:cubicBezTo>
                    <a:cubicBezTo>
                      <a:pt x="67" y="479"/>
                      <a:pt x="0" y="346"/>
                      <a:pt x="34" y="212"/>
                    </a:cubicBezTo>
                    <a:cubicBezTo>
                      <a:pt x="67" y="78"/>
                      <a:pt x="201" y="0"/>
                      <a:pt x="335" y="45"/>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7"/>
              <p:cNvSpPr/>
              <p:nvPr/>
            </p:nvSpPr>
            <p:spPr>
              <a:xfrm>
                <a:off x="2850803" y="1246417"/>
                <a:ext cx="38311" cy="38311"/>
              </a:xfrm>
              <a:custGeom>
                <a:avLst/>
                <a:gdLst/>
                <a:ahLst/>
                <a:cxnLst/>
                <a:rect l="l" t="t" r="r" b="b"/>
                <a:pathLst>
                  <a:path w="558" h="558" extrusionOk="0">
                    <a:moveTo>
                      <a:pt x="390" y="67"/>
                    </a:moveTo>
                    <a:cubicBezTo>
                      <a:pt x="513" y="134"/>
                      <a:pt x="557" y="279"/>
                      <a:pt x="502" y="390"/>
                    </a:cubicBezTo>
                    <a:cubicBezTo>
                      <a:pt x="435" y="501"/>
                      <a:pt x="290" y="557"/>
                      <a:pt x="179" y="501"/>
                    </a:cubicBezTo>
                    <a:cubicBezTo>
                      <a:pt x="56" y="446"/>
                      <a:pt x="1" y="301"/>
                      <a:pt x="67" y="178"/>
                    </a:cubicBezTo>
                    <a:cubicBezTo>
                      <a:pt x="134" y="56"/>
                      <a:pt x="279" y="0"/>
                      <a:pt x="390" y="67"/>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7"/>
              <p:cNvSpPr/>
              <p:nvPr/>
            </p:nvSpPr>
            <p:spPr>
              <a:xfrm>
                <a:off x="2894402" y="1176042"/>
                <a:ext cx="37556" cy="37556"/>
              </a:xfrm>
              <a:custGeom>
                <a:avLst/>
                <a:gdLst/>
                <a:ahLst/>
                <a:cxnLst/>
                <a:rect l="l" t="t" r="r" b="b"/>
                <a:pathLst>
                  <a:path w="547" h="547" extrusionOk="0">
                    <a:moveTo>
                      <a:pt x="435" y="89"/>
                    </a:moveTo>
                    <a:cubicBezTo>
                      <a:pt x="535" y="167"/>
                      <a:pt x="546" y="323"/>
                      <a:pt x="468" y="424"/>
                    </a:cubicBezTo>
                    <a:cubicBezTo>
                      <a:pt x="390" y="524"/>
                      <a:pt x="246" y="546"/>
                      <a:pt x="134" y="468"/>
                    </a:cubicBezTo>
                    <a:cubicBezTo>
                      <a:pt x="34" y="401"/>
                      <a:pt x="0" y="245"/>
                      <a:pt x="90" y="134"/>
                    </a:cubicBezTo>
                    <a:cubicBezTo>
                      <a:pt x="179" y="23"/>
                      <a:pt x="323" y="0"/>
                      <a:pt x="435" y="89"/>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7"/>
              <p:cNvSpPr/>
              <p:nvPr/>
            </p:nvSpPr>
            <p:spPr>
              <a:xfrm>
                <a:off x="2950976" y="1114866"/>
                <a:ext cx="36801" cy="36732"/>
              </a:xfrm>
              <a:custGeom>
                <a:avLst/>
                <a:gdLst/>
                <a:ahLst/>
                <a:cxnLst/>
                <a:rect l="l" t="t" r="r" b="b"/>
                <a:pathLst>
                  <a:path w="536" h="535" extrusionOk="0">
                    <a:moveTo>
                      <a:pt x="446" y="112"/>
                    </a:moveTo>
                    <a:cubicBezTo>
                      <a:pt x="535" y="212"/>
                      <a:pt x="524" y="368"/>
                      <a:pt x="424" y="446"/>
                    </a:cubicBezTo>
                    <a:cubicBezTo>
                      <a:pt x="324" y="535"/>
                      <a:pt x="190" y="535"/>
                      <a:pt x="90" y="446"/>
                    </a:cubicBezTo>
                    <a:cubicBezTo>
                      <a:pt x="1" y="345"/>
                      <a:pt x="1" y="190"/>
                      <a:pt x="101" y="100"/>
                    </a:cubicBezTo>
                    <a:cubicBezTo>
                      <a:pt x="212" y="0"/>
                      <a:pt x="368" y="11"/>
                      <a:pt x="446" y="112"/>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7"/>
              <p:cNvSpPr/>
              <p:nvPr/>
            </p:nvSpPr>
            <p:spPr>
              <a:xfrm>
                <a:off x="3016751" y="1064333"/>
                <a:ext cx="37556" cy="37556"/>
              </a:xfrm>
              <a:custGeom>
                <a:avLst/>
                <a:gdLst/>
                <a:ahLst/>
                <a:cxnLst/>
                <a:rect l="l" t="t" r="r" b="b"/>
                <a:pathLst>
                  <a:path w="547" h="547" extrusionOk="0">
                    <a:moveTo>
                      <a:pt x="480" y="157"/>
                    </a:moveTo>
                    <a:cubicBezTo>
                      <a:pt x="547" y="268"/>
                      <a:pt x="513" y="413"/>
                      <a:pt x="402" y="480"/>
                    </a:cubicBezTo>
                    <a:cubicBezTo>
                      <a:pt x="290" y="547"/>
                      <a:pt x="146" y="525"/>
                      <a:pt x="68" y="413"/>
                    </a:cubicBezTo>
                    <a:cubicBezTo>
                      <a:pt x="1" y="302"/>
                      <a:pt x="23" y="146"/>
                      <a:pt x="146" y="68"/>
                    </a:cubicBezTo>
                    <a:cubicBezTo>
                      <a:pt x="268" y="1"/>
                      <a:pt x="413" y="46"/>
                      <a:pt x="480" y="157"/>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7"/>
              <p:cNvSpPr/>
              <p:nvPr/>
            </p:nvSpPr>
            <p:spPr>
              <a:xfrm>
                <a:off x="3090216" y="1027669"/>
                <a:ext cx="38242" cy="37556"/>
              </a:xfrm>
              <a:custGeom>
                <a:avLst/>
                <a:gdLst/>
                <a:ahLst/>
                <a:cxnLst/>
                <a:rect l="l" t="t" r="r" b="b"/>
                <a:pathLst>
                  <a:path w="557" h="547" extrusionOk="0">
                    <a:moveTo>
                      <a:pt x="512" y="190"/>
                    </a:moveTo>
                    <a:cubicBezTo>
                      <a:pt x="557" y="312"/>
                      <a:pt x="490" y="446"/>
                      <a:pt x="368" y="490"/>
                    </a:cubicBezTo>
                    <a:cubicBezTo>
                      <a:pt x="245" y="546"/>
                      <a:pt x="111" y="490"/>
                      <a:pt x="56" y="368"/>
                    </a:cubicBezTo>
                    <a:cubicBezTo>
                      <a:pt x="0" y="245"/>
                      <a:pt x="67" y="101"/>
                      <a:pt x="189" y="45"/>
                    </a:cubicBezTo>
                    <a:cubicBezTo>
                      <a:pt x="323" y="0"/>
                      <a:pt x="468" y="67"/>
                      <a:pt x="512" y="19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7"/>
              <p:cNvSpPr/>
              <p:nvPr/>
            </p:nvSpPr>
            <p:spPr>
              <a:xfrm>
                <a:off x="3170478" y="1004737"/>
                <a:ext cx="36801" cy="36732"/>
              </a:xfrm>
              <a:custGeom>
                <a:avLst/>
                <a:gdLst/>
                <a:ahLst/>
                <a:cxnLst/>
                <a:rect l="l" t="t" r="r" b="b"/>
                <a:pathLst>
                  <a:path w="536" h="535" extrusionOk="0">
                    <a:moveTo>
                      <a:pt x="513" y="223"/>
                    </a:moveTo>
                    <a:cubicBezTo>
                      <a:pt x="535" y="368"/>
                      <a:pt x="446" y="468"/>
                      <a:pt x="313" y="501"/>
                    </a:cubicBezTo>
                    <a:cubicBezTo>
                      <a:pt x="190" y="535"/>
                      <a:pt x="67" y="446"/>
                      <a:pt x="34" y="323"/>
                    </a:cubicBezTo>
                    <a:cubicBezTo>
                      <a:pt x="1" y="190"/>
                      <a:pt x="90" y="67"/>
                      <a:pt x="223" y="34"/>
                    </a:cubicBezTo>
                    <a:cubicBezTo>
                      <a:pt x="368" y="0"/>
                      <a:pt x="491" y="100"/>
                      <a:pt x="513" y="223"/>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7"/>
              <p:cNvSpPr/>
              <p:nvPr/>
            </p:nvSpPr>
            <p:spPr>
              <a:xfrm>
                <a:off x="3254585" y="998627"/>
                <a:ext cx="34535" cy="33711"/>
              </a:xfrm>
              <a:custGeom>
                <a:avLst/>
                <a:gdLst/>
                <a:ahLst/>
                <a:cxnLst/>
                <a:rect l="l" t="t" r="r" b="b"/>
                <a:pathLst>
                  <a:path w="503" h="491" extrusionOk="0">
                    <a:moveTo>
                      <a:pt x="491" y="245"/>
                    </a:moveTo>
                    <a:cubicBezTo>
                      <a:pt x="491" y="379"/>
                      <a:pt x="380" y="479"/>
                      <a:pt x="246" y="479"/>
                    </a:cubicBezTo>
                    <a:cubicBezTo>
                      <a:pt x="123" y="490"/>
                      <a:pt x="12" y="379"/>
                      <a:pt x="12" y="245"/>
                    </a:cubicBezTo>
                    <a:cubicBezTo>
                      <a:pt x="1" y="123"/>
                      <a:pt x="112" y="11"/>
                      <a:pt x="246" y="0"/>
                    </a:cubicBezTo>
                    <a:cubicBezTo>
                      <a:pt x="391" y="0"/>
                      <a:pt x="502" y="111"/>
                      <a:pt x="491" y="245"/>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7"/>
              <p:cNvSpPr/>
              <p:nvPr/>
            </p:nvSpPr>
            <p:spPr>
              <a:xfrm>
                <a:off x="3336426" y="1004737"/>
                <a:ext cx="36045" cy="35977"/>
              </a:xfrm>
              <a:custGeom>
                <a:avLst/>
                <a:gdLst/>
                <a:ahLst/>
                <a:cxnLst/>
                <a:rect l="l" t="t" r="r" b="b"/>
                <a:pathLst>
                  <a:path w="525" h="524" extrusionOk="0">
                    <a:moveTo>
                      <a:pt x="502" y="312"/>
                    </a:moveTo>
                    <a:cubicBezTo>
                      <a:pt x="469" y="435"/>
                      <a:pt x="346" y="524"/>
                      <a:pt x="224" y="501"/>
                    </a:cubicBezTo>
                    <a:cubicBezTo>
                      <a:pt x="90" y="479"/>
                      <a:pt x="1" y="357"/>
                      <a:pt x="23" y="223"/>
                    </a:cubicBezTo>
                    <a:cubicBezTo>
                      <a:pt x="45" y="89"/>
                      <a:pt x="168" y="0"/>
                      <a:pt x="302" y="34"/>
                    </a:cubicBezTo>
                    <a:cubicBezTo>
                      <a:pt x="446" y="56"/>
                      <a:pt x="524" y="178"/>
                      <a:pt x="502" y="312"/>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7"/>
              <p:cNvSpPr/>
              <p:nvPr/>
            </p:nvSpPr>
            <p:spPr>
              <a:xfrm>
                <a:off x="3416002" y="1026159"/>
                <a:ext cx="37556" cy="37487"/>
              </a:xfrm>
              <a:custGeom>
                <a:avLst/>
                <a:gdLst/>
                <a:ahLst/>
                <a:cxnLst/>
                <a:rect l="l" t="t" r="r" b="b"/>
                <a:pathLst>
                  <a:path w="547" h="546" extrusionOk="0">
                    <a:moveTo>
                      <a:pt x="490" y="368"/>
                    </a:moveTo>
                    <a:cubicBezTo>
                      <a:pt x="435" y="490"/>
                      <a:pt x="301" y="546"/>
                      <a:pt x="179" y="501"/>
                    </a:cubicBezTo>
                    <a:cubicBezTo>
                      <a:pt x="56" y="457"/>
                      <a:pt x="0" y="312"/>
                      <a:pt x="45" y="189"/>
                    </a:cubicBezTo>
                    <a:cubicBezTo>
                      <a:pt x="78" y="67"/>
                      <a:pt x="223" y="0"/>
                      <a:pt x="357" y="56"/>
                    </a:cubicBezTo>
                    <a:cubicBezTo>
                      <a:pt x="479" y="100"/>
                      <a:pt x="546" y="245"/>
                      <a:pt x="490" y="368"/>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7"/>
              <p:cNvSpPr/>
              <p:nvPr/>
            </p:nvSpPr>
            <p:spPr>
              <a:xfrm>
                <a:off x="3490153" y="1062068"/>
                <a:ext cx="37556" cy="38311"/>
              </a:xfrm>
              <a:custGeom>
                <a:avLst/>
                <a:gdLst/>
                <a:ahLst/>
                <a:cxnLst/>
                <a:rect l="l" t="t" r="r" b="b"/>
                <a:pathLst>
                  <a:path w="547" h="558" extrusionOk="0">
                    <a:moveTo>
                      <a:pt x="469" y="424"/>
                    </a:moveTo>
                    <a:cubicBezTo>
                      <a:pt x="402" y="524"/>
                      <a:pt x="246" y="558"/>
                      <a:pt x="146" y="491"/>
                    </a:cubicBezTo>
                    <a:cubicBezTo>
                      <a:pt x="34" y="424"/>
                      <a:pt x="1" y="279"/>
                      <a:pt x="68" y="168"/>
                    </a:cubicBezTo>
                    <a:cubicBezTo>
                      <a:pt x="123" y="45"/>
                      <a:pt x="279" y="1"/>
                      <a:pt x="391" y="79"/>
                    </a:cubicBezTo>
                    <a:cubicBezTo>
                      <a:pt x="513" y="157"/>
                      <a:pt x="547" y="312"/>
                      <a:pt x="469" y="424"/>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7"/>
              <p:cNvSpPr/>
              <p:nvPr/>
            </p:nvSpPr>
            <p:spPr>
              <a:xfrm>
                <a:off x="3556683" y="1112532"/>
                <a:ext cx="36801" cy="37556"/>
              </a:xfrm>
              <a:custGeom>
                <a:avLst/>
                <a:gdLst/>
                <a:ahLst/>
                <a:cxnLst/>
                <a:rect l="l" t="t" r="r" b="b"/>
                <a:pathLst>
                  <a:path w="536" h="547" extrusionOk="0">
                    <a:moveTo>
                      <a:pt x="446" y="446"/>
                    </a:moveTo>
                    <a:cubicBezTo>
                      <a:pt x="346" y="535"/>
                      <a:pt x="201" y="547"/>
                      <a:pt x="112" y="457"/>
                    </a:cubicBezTo>
                    <a:cubicBezTo>
                      <a:pt x="23" y="357"/>
                      <a:pt x="1" y="224"/>
                      <a:pt x="90" y="123"/>
                    </a:cubicBezTo>
                    <a:cubicBezTo>
                      <a:pt x="168" y="23"/>
                      <a:pt x="335" y="1"/>
                      <a:pt x="424" y="101"/>
                    </a:cubicBezTo>
                    <a:cubicBezTo>
                      <a:pt x="524" y="201"/>
                      <a:pt x="536" y="346"/>
                      <a:pt x="446" y="446"/>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7"/>
              <p:cNvSpPr/>
              <p:nvPr/>
            </p:nvSpPr>
            <p:spPr>
              <a:xfrm>
                <a:off x="3613327" y="1173707"/>
                <a:ext cx="36732" cy="37556"/>
              </a:xfrm>
              <a:custGeom>
                <a:avLst/>
                <a:gdLst/>
                <a:ahLst/>
                <a:cxnLst/>
                <a:rect l="l" t="t" r="r" b="b"/>
                <a:pathLst>
                  <a:path w="535" h="547" extrusionOk="0">
                    <a:moveTo>
                      <a:pt x="401" y="469"/>
                    </a:moveTo>
                    <a:cubicBezTo>
                      <a:pt x="290" y="547"/>
                      <a:pt x="145" y="524"/>
                      <a:pt x="67" y="424"/>
                    </a:cubicBezTo>
                    <a:cubicBezTo>
                      <a:pt x="0" y="313"/>
                      <a:pt x="0" y="179"/>
                      <a:pt x="112" y="90"/>
                    </a:cubicBezTo>
                    <a:cubicBezTo>
                      <a:pt x="212" y="1"/>
                      <a:pt x="368" y="12"/>
                      <a:pt x="457" y="135"/>
                    </a:cubicBezTo>
                    <a:cubicBezTo>
                      <a:pt x="535" y="246"/>
                      <a:pt x="513" y="402"/>
                      <a:pt x="401" y="469"/>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7"/>
              <p:cNvSpPr/>
              <p:nvPr/>
            </p:nvSpPr>
            <p:spPr>
              <a:xfrm>
                <a:off x="3656101" y="1244083"/>
                <a:ext cx="37556" cy="37556"/>
              </a:xfrm>
              <a:custGeom>
                <a:avLst/>
                <a:gdLst/>
                <a:ahLst/>
                <a:cxnLst/>
                <a:rect l="l" t="t" r="r" b="b"/>
                <a:pathLst>
                  <a:path w="547" h="547" extrusionOk="0">
                    <a:moveTo>
                      <a:pt x="380" y="491"/>
                    </a:moveTo>
                    <a:cubicBezTo>
                      <a:pt x="257" y="546"/>
                      <a:pt x="112" y="502"/>
                      <a:pt x="68" y="379"/>
                    </a:cubicBezTo>
                    <a:cubicBezTo>
                      <a:pt x="1" y="268"/>
                      <a:pt x="46" y="123"/>
                      <a:pt x="157" y="67"/>
                    </a:cubicBezTo>
                    <a:cubicBezTo>
                      <a:pt x="279" y="1"/>
                      <a:pt x="424" y="45"/>
                      <a:pt x="491" y="168"/>
                    </a:cubicBezTo>
                    <a:cubicBezTo>
                      <a:pt x="547" y="290"/>
                      <a:pt x="502" y="446"/>
                      <a:pt x="380" y="49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7"/>
              <p:cNvSpPr/>
              <p:nvPr/>
            </p:nvSpPr>
            <p:spPr>
              <a:xfrm>
                <a:off x="3686723" y="1321324"/>
                <a:ext cx="37556" cy="37556"/>
              </a:xfrm>
              <a:custGeom>
                <a:avLst/>
                <a:gdLst/>
                <a:ahLst/>
                <a:cxnLst/>
                <a:rect l="l" t="t" r="r" b="b"/>
                <a:pathLst>
                  <a:path w="547" h="547" extrusionOk="0">
                    <a:moveTo>
                      <a:pt x="335" y="513"/>
                    </a:moveTo>
                    <a:cubicBezTo>
                      <a:pt x="201" y="547"/>
                      <a:pt x="78" y="469"/>
                      <a:pt x="45" y="346"/>
                    </a:cubicBezTo>
                    <a:cubicBezTo>
                      <a:pt x="1" y="223"/>
                      <a:pt x="67" y="90"/>
                      <a:pt x="201" y="45"/>
                    </a:cubicBezTo>
                    <a:cubicBezTo>
                      <a:pt x="324" y="1"/>
                      <a:pt x="457" y="79"/>
                      <a:pt x="502" y="212"/>
                    </a:cubicBezTo>
                    <a:cubicBezTo>
                      <a:pt x="546" y="346"/>
                      <a:pt x="457" y="480"/>
                      <a:pt x="335" y="513"/>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7"/>
              <p:cNvSpPr/>
              <p:nvPr/>
            </p:nvSpPr>
            <p:spPr>
              <a:xfrm>
                <a:off x="3703544" y="1403921"/>
                <a:ext cx="35222" cy="35290"/>
              </a:xfrm>
              <a:custGeom>
                <a:avLst/>
                <a:gdLst/>
                <a:ahLst/>
                <a:cxnLst/>
                <a:rect l="l" t="t" r="r" b="b"/>
                <a:pathLst>
                  <a:path w="513" h="514" extrusionOk="0">
                    <a:moveTo>
                      <a:pt x="268" y="502"/>
                    </a:moveTo>
                    <a:cubicBezTo>
                      <a:pt x="134" y="513"/>
                      <a:pt x="34" y="413"/>
                      <a:pt x="12" y="279"/>
                    </a:cubicBezTo>
                    <a:cubicBezTo>
                      <a:pt x="1" y="157"/>
                      <a:pt x="90" y="34"/>
                      <a:pt x="223" y="23"/>
                    </a:cubicBezTo>
                    <a:cubicBezTo>
                      <a:pt x="357" y="1"/>
                      <a:pt x="468" y="101"/>
                      <a:pt x="491" y="235"/>
                    </a:cubicBezTo>
                    <a:cubicBezTo>
                      <a:pt x="513" y="379"/>
                      <a:pt x="402" y="491"/>
                      <a:pt x="268" y="502"/>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7"/>
              <p:cNvSpPr/>
              <p:nvPr/>
            </p:nvSpPr>
            <p:spPr>
              <a:xfrm>
                <a:off x="3703544" y="1488028"/>
                <a:ext cx="34466" cy="34535"/>
              </a:xfrm>
              <a:custGeom>
                <a:avLst/>
                <a:gdLst/>
                <a:ahLst/>
                <a:cxnLst/>
                <a:rect l="l" t="t" r="r" b="b"/>
                <a:pathLst>
                  <a:path w="502" h="503" extrusionOk="0">
                    <a:moveTo>
                      <a:pt x="234" y="480"/>
                    </a:moveTo>
                    <a:cubicBezTo>
                      <a:pt x="101" y="469"/>
                      <a:pt x="1" y="346"/>
                      <a:pt x="12" y="224"/>
                    </a:cubicBezTo>
                    <a:cubicBezTo>
                      <a:pt x="23" y="90"/>
                      <a:pt x="134" y="1"/>
                      <a:pt x="268" y="1"/>
                    </a:cubicBezTo>
                    <a:cubicBezTo>
                      <a:pt x="402" y="12"/>
                      <a:pt x="502" y="124"/>
                      <a:pt x="491" y="268"/>
                    </a:cubicBezTo>
                    <a:cubicBezTo>
                      <a:pt x="480" y="402"/>
                      <a:pt x="368" y="502"/>
                      <a:pt x="234" y="48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6" name="Google Shape;396;p37"/>
            <p:cNvSpPr/>
            <p:nvPr/>
          </p:nvSpPr>
          <p:spPr>
            <a:xfrm>
              <a:off x="2916578" y="1143154"/>
              <a:ext cx="682254" cy="639411"/>
            </a:xfrm>
            <a:custGeom>
              <a:avLst/>
              <a:gdLst/>
              <a:ahLst/>
              <a:cxnLst/>
              <a:rect l="l" t="t" r="r" b="b"/>
              <a:pathLst>
                <a:path w="9937" h="9313" extrusionOk="0">
                  <a:moveTo>
                    <a:pt x="9157" y="2807"/>
                  </a:moveTo>
                  <a:cubicBezTo>
                    <a:pt x="9157" y="2807"/>
                    <a:pt x="8756" y="646"/>
                    <a:pt x="5303" y="323"/>
                  </a:cubicBezTo>
                  <a:cubicBezTo>
                    <a:pt x="1850" y="0"/>
                    <a:pt x="635" y="2317"/>
                    <a:pt x="312" y="3854"/>
                  </a:cubicBezTo>
                  <a:cubicBezTo>
                    <a:pt x="0" y="5392"/>
                    <a:pt x="1371" y="9313"/>
                    <a:pt x="4801" y="8143"/>
                  </a:cubicBezTo>
                  <a:cubicBezTo>
                    <a:pt x="4801" y="8143"/>
                    <a:pt x="5013" y="8622"/>
                    <a:pt x="5470" y="8689"/>
                  </a:cubicBezTo>
                  <a:cubicBezTo>
                    <a:pt x="5926" y="8744"/>
                    <a:pt x="8767" y="9201"/>
                    <a:pt x="9001" y="8689"/>
                  </a:cubicBezTo>
                  <a:cubicBezTo>
                    <a:pt x="9235" y="8176"/>
                    <a:pt x="8756" y="8020"/>
                    <a:pt x="8767" y="7876"/>
                  </a:cubicBezTo>
                  <a:cubicBezTo>
                    <a:pt x="8789" y="7742"/>
                    <a:pt x="9224" y="6873"/>
                    <a:pt x="9257" y="6728"/>
                  </a:cubicBezTo>
                  <a:cubicBezTo>
                    <a:pt x="9290" y="6595"/>
                    <a:pt x="9413" y="6494"/>
                    <a:pt x="9413" y="6494"/>
                  </a:cubicBezTo>
                  <a:cubicBezTo>
                    <a:pt x="9413" y="6494"/>
                    <a:pt x="9045" y="6060"/>
                    <a:pt x="9112" y="5915"/>
                  </a:cubicBezTo>
                  <a:cubicBezTo>
                    <a:pt x="9190" y="5759"/>
                    <a:pt x="9413" y="5737"/>
                    <a:pt x="9524" y="5759"/>
                  </a:cubicBezTo>
                  <a:cubicBezTo>
                    <a:pt x="9636" y="5781"/>
                    <a:pt x="9937" y="5559"/>
                    <a:pt x="9781" y="5258"/>
                  </a:cubicBezTo>
                  <a:cubicBezTo>
                    <a:pt x="9613" y="4957"/>
                    <a:pt x="8923" y="4099"/>
                    <a:pt x="8878" y="3754"/>
                  </a:cubicBezTo>
                  <a:cubicBezTo>
                    <a:pt x="8834" y="3409"/>
                    <a:pt x="9224" y="3019"/>
                    <a:pt x="9157" y="2807"/>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97" name="Google Shape;397;p37"/>
            <p:cNvSpPr/>
            <p:nvPr/>
          </p:nvSpPr>
          <p:spPr>
            <a:xfrm>
              <a:off x="2916578" y="1143154"/>
              <a:ext cx="632546" cy="639411"/>
            </a:xfrm>
            <a:custGeom>
              <a:avLst/>
              <a:gdLst/>
              <a:ahLst/>
              <a:cxnLst/>
              <a:rect l="l" t="t" r="r" b="b"/>
              <a:pathLst>
                <a:path w="9213" h="9313" extrusionOk="0">
                  <a:moveTo>
                    <a:pt x="7686" y="7931"/>
                  </a:moveTo>
                  <a:cubicBezTo>
                    <a:pt x="7252" y="7798"/>
                    <a:pt x="6951" y="7430"/>
                    <a:pt x="6795" y="7018"/>
                  </a:cubicBezTo>
                  <a:cubicBezTo>
                    <a:pt x="6717" y="6817"/>
                    <a:pt x="6706" y="6505"/>
                    <a:pt x="6684" y="6249"/>
                  </a:cubicBezTo>
                  <a:cubicBezTo>
                    <a:pt x="6651" y="6238"/>
                    <a:pt x="6628" y="6227"/>
                    <a:pt x="6595" y="6216"/>
                  </a:cubicBezTo>
                  <a:cubicBezTo>
                    <a:pt x="6327" y="6116"/>
                    <a:pt x="5982" y="5893"/>
                    <a:pt x="5871" y="5626"/>
                  </a:cubicBezTo>
                  <a:cubicBezTo>
                    <a:pt x="5626" y="5057"/>
                    <a:pt x="5514" y="4378"/>
                    <a:pt x="5693" y="3776"/>
                  </a:cubicBezTo>
                  <a:cubicBezTo>
                    <a:pt x="6060" y="2551"/>
                    <a:pt x="7241" y="1994"/>
                    <a:pt x="8377" y="1537"/>
                  </a:cubicBezTo>
                  <a:cubicBezTo>
                    <a:pt x="7820" y="1003"/>
                    <a:pt x="6884" y="468"/>
                    <a:pt x="5303" y="323"/>
                  </a:cubicBezTo>
                  <a:cubicBezTo>
                    <a:pt x="1850" y="0"/>
                    <a:pt x="635" y="2317"/>
                    <a:pt x="312" y="3854"/>
                  </a:cubicBezTo>
                  <a:cubicBezTo>
                    <a:pt x="0" y="5392"/>
                    <a:pt x="1371" y="9313"/>
                    <a:pt x="4801" y="8143"/>
                  </a:cubicBezTo>
                  <a:cubicBezTo>
                    <a:pt x="4801" y="8143"/>
                    <a:pt x="5013" y="8622"/>
                    <a:pt x="5470" y="8689"/>
                  </a:cubicBezTo>
                  <a:cubicBezTo>
                    <a:pt x="5926" y="8744"/>
                    <a:pt x="8767" y="9201"/>
                    <a:pt x="9001" y="8689"/>
                  </a:cubicBezTo>
                  <a:cubicBezTo>
                    <a:pt x="9212" y="8232"/>
                    <a:pt x="8845" y="8054"/>
                    <a:pt x="8778" y="7920"/>
                  </a:cubicBezTo>
                  <a:cubicBezTo>
                    <a:pt x="8422" y="8032"/>
                    <a:pt x="8032" y="8043"/>
                    <a:pt x="7686" y="7931"/>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7"/>
            <p:cNvSpPr/>
            <p:nvPr/>
          </p:nvSpPr>
          <p:spPr>
            <a:xfrm>
              <a:off x="2948711" y="1527095"/>
              <a:ext cx="596569" cy="247855"/>
            </a:xfrm>
            <a:custGeom>
              <a:avLst/>
              <a:gdLst/>
              <a:ahLst/>
              <a:cxnLst/>
              <a:rect l="l" t="t" r="r" b="b"/>
              <a:pathLst>
                <a:path w="8689" h="3610" extrusionOk="0">
                  <a:moveTo>
                    <a:pt x="7085" y="2763"/>
                  </a:moveTo>
                  <a:cubicBezTo>
                    <a:pt x="6494" y="2785"/>
                    <a:pt x="5548" y="2807"/>
                    <a:pt x="5035" y="2417"/>
                  </a:cubicBezTo>
                  <a:cubicBezTo>
                    <a:pt x="4846" y="2272"/>
                    <a:pt x="4712" y="2094"/>
                    <a:pt x="4590" y="1927"/>
                  </a:cubicBezTo>
                  <a:cubicBezTo>
                    <a:pt x="4501" y="1983"/>
                    <a:pt x="4434" y="2039"/>
                    <a:pt x="4445" y="2027"/>
                  </a:cubicBezTo>
                  <a:cubicBezTo>
                    <a:pt x="4233" y="2194"/>
                    <a:pt x="3877" y="2228"/>
                    <a:pt x="3621" y="2272"/>
                  </a:cubicBezTo>
                  <a:cubicBezTo>
                    <a:pt x="3208" y="2339"/>
                    <a:pt x="2451" y="2328"/>
                    <a:pt x="2039" y="2161"/>
                  </a:cubicBezTo>
                  <a:cubicBezTo>
                    <a:pt x="1292" y="1838"/>
                    <a:pt x="836" y="1426"/>
                    <a:pt x="0" y="0"/>
                  </a:cubicBezTo>
                  <a:cubicBezTo>
                    <a:pt x="490" y="1638"/>
                    <a:pt x="1894" y="3386"/>
                    <a:pt x="4333" y="2551"/>
                  </a:cubicBezTo>
                  <a:cubicBezTo>
                    <a:pt x="4333" y="2551"/>
                    <a:pt x="4545" y="3030"/>
                    <a:pt x="5002" y="3097"/>
                  </a:cubicBezTo>
                  <a:cubicBezTo>
                    <a:pt x="5458" y="3152"/>
                    <a:pt x="8299" y="3609"/>
                    <a:pt x="8533" y="3097"/>
                  </a:cubicBezTo>
                  <a:cubicBezTo>
                    <a:pt x="8689" y="2763"/>
                    <a:pt x="8533" y="2584"/>
                    <a:pt x="8410" y="2451"/>
                  </a:cubicBezTo>
                  <a:cubicBezTo>
                    <a:pt x="8032" y="2640"/>
                    <a:pt x="7597" y="2751"/>
                    <a:pt x="7085" y="2763"/>
                  </a:cubicBez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7"/>
            <p:cNvSpPr/>
            <p:nvPr/>
          </p:nvSpPr>
          <p:spPr>
            <a:xfrm>
              <a:off x="3026707" y="1286926"/>
              <a:ext cx="318230" cy="348782"/>
            </a:xfrm>
            <a:custGeom>
              <a:avLst/>
              <a:gdLst/>
              <a:ahLst/>
              <a:cxnLst/>
              <a:rect l="l" t="t" r="r" b="b"/>
              <a:pathLst>
                <a:path w="4635" h="5080" extrusionOk="0">
                  <a:moveTo>
                    <a:pt x="4178" y="925"/>
                  </a:moveTo>
                  <a:cubicBezTo>
                    <a:pt x="3966" y="591"/>
                    <a:pt x="3398" y="0"/>
                    <a:pt x="2952" y="67"/>
                  </a:cubicBezTo>
                  <a:cubicBezTo>
                    <a:pt x="2317" y="168"/>
                    <a:pt x="1727" y="301"/>
                    <a:pt x="1137" y="591"/>
                  </a:cubicBezTo>
                  <a:cubicBezTo>
                    <a:pt x="324" y="992"/>
                    <a:pt x="234" y="1404"/>
                    <a:pt x="101" y="2251"/>
                  </a:cubicBezTo>
                  <a:cubicBezTo>
                    <a:pt x="1" y="2908"/>
                    <a:pt x="669" y="4178"/>
                    <a:pt x="1259" y="4556"/>
                  </a:cubicBezTo>
                  <a:cubicBezTo>
                    <a:pt x="2072" y="5080"/>
                    <a:pt x="2752" y="4890"/>
                    <a:pt x="3509" y="4389"/>
                  </a:cubicBezTo>
                  <a:cubicBezTo>
                    <a:pt x="3810" y="4189"/>
                    <a:pt x="4089" y="3944"/>
                    <a:pt x="4378" y="3721"/>
                  </a:cubicBezTo>
                  <a:cubicBezTo>
                    <a:pt x="4300" y="3543"/>
                    <a:pt x="4289" y="3342"/>
                    <a:pt x="4367" y="3097"/>
                  </a:cubicBezTo>
                  <a:cubicBezTo>
                    <a:pt x="4634" y="2340"/>
                    <a:pt x="4612" y="1627"/>
                    <a:pt x="4178" y="925"/>
                  </a:cubicBezTo>
                  <a:close/>
                </a:path>
              </a:pathLst>
            </a:custGeom>
            <a:gradFill>
              <a:gsLst>
                <a:gs pos="0">
                  <a:schemeClr val="accent6"/>
                </a:gs>
                <a:gs pos="100000">
                  <a:schemeClr val="accen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0" name="Google Shape;400;p37"/>
            <p:cNvSpPr/>
            <p:nvPr/>
          </p:nvSpPr>
          <p:spPr>
            <a:xfrm>
              <a:off x="3243943" y="1327435"/>
              <a:ext cx="91796" cy="90354"/>
            </a:xfrm>
            <a:custGeom>
              <a:avLst/>
              <a:gdLst/>
              <a:ahLst/>
              <a:cxnLst/>
              <a:rect l="l" t="t" r="r" b="b"/>
              <a:pathLst>
                <a:path w="1337" h="1316" extrusionOk="0">
                  <a:moveTo>
                    <a:pt x="1092" y="1"/>
                  </a:moveTo>
                  <a:lnTo>
                    <a:pt x="0" y="1048"/>
                  </a:lnTo>
                  <a:lnTo>
                    <a:pt x="189" y="1315"/>
                  </a:lnTo>
                  <a:lnTo>
                    <a:pt x="1337" y="469"/>
                  </a:lnTo>
                  <a:lnTo>
                    <a:pt x="1092" y="1"/>
                  </a:ln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1" name="Google Shape;401;p37"/>
            <p:cNvSpPr/>
            <p:nvPr/>
          </p:nvSpPr>
          <p:spPr>
            <a:xfrm>
              <a:off x="3196500" y="1279305"/>
              <a:ext cx="58977" cy="109372"/>
            </a:xfrm>
            <a:custGeom>
              <a:avLst/>
              <a:gdLst/>
              <a:ahLst/>
              <a:cxnLst/>
              <a:rect l="l" t="t" r="r" b="b"/>
              <a:pathLst>
                <a:path w="859" h="1593" extrusionOk="0">
                  <a:moveTo>
                    <a:pt x="401" y="0"/>
                  </a:moveTo>
                  <a:lnTo>
                    <a:pt x="0" y="1448"/>
                  </a:lnTo>
                  <a:lnTo>
                    <a:pt x="301" y="1593"/>
                  </a:lnTo>
                  <a:lnTo>
                    <a:pt x="858" y="267"/>
                  </a:lnTo>
                  <a:lnTo>
                    <a:pt x="401" y="0"/>
                  </a:ln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2" name="Google Shape;402;p37"/>
            <p:cNvSpPr/>
            <p:nvPr/>
          </p:nvSpPr>
          <p:spPr>
            <a:xfrm>
              <a:off x="3123104" y="1279305"/>
              <a:ext cx="47443" cy="100241"/>
            </a:xfrm>
            <a:custGeom>
              <a:avLst/>
              <a:gdLst/>
              <a:ahLst/>
              <a:cxnLst/>
              <a:rect l="l" t="t" r="r" b="b"/>
              <a:pathLst>
                <a:path w="691" h="1460" extrusionOk="0">
                  <a:moveTo>
                    <a:pt x="0" y="0"/>
                  </a:moveTo>
                  <a:lnTo>
                    <a:pt x="368" y="1459"/>
                  </a:lnTo>
                  <a:lnTo>
                    <a:pt x="691" y="1426"/>
                  </a:lnTo>
                  <a:lnTo>
                    <a:pt x="524" y="11"/>
                  </a:lnTo>
                  <a:lnTo>
                    <a:pt x="0" y="0"/>
                  </a:ln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3" name="Google Shape;403;p37"/>
            <p:cNvSpPr/>
            <p:nvPr/>
          </p:nvSpPr>
          <p:spPr>
            <a:xfrm>
              <a:off x="3056505" y="1344256"/>
              <a:ext cx="68933" cy="68177"/>
            </a:xfrm>
            <a:custGeom>
              <a:avLst/>
              <a:gdLst/>
              <a:ahLst/>
              <a:cxnLst/>
              <a:rect l="l" t="t" r="r" b="b"/>
              <a:pathLst>
                <a:path w="1004" h="993" extrusionOk="0">
                  <a:moveTo>
                    <a:pt x="291" y="1"/>
                  </a:moveTo>
                  <a:cubicBezTo>
                    <a:pt x="257" y="34"/>
                    <a:pt x="213" y="79"/>
                    <a:pt x="179" y="123"/>
                  </a:cubicBezTo>
                  <a:cubicBezTo>
                    <a:pt x="146" y="168"/>
                    <a:pt x="135" y="179"/>
                    <a:pt x="123" y="190"/>
                  </a:cubicBezTo>
                  <a:cubicBezTo>
                    <a:pt x="112" y="201"/>
                    <a:pt x="112" y="213"/>
                    <a:pt x="101" y="224"/>
                  </a:cubicBezTo>
                  <a:cubicBezTo>
                    <a:pt x="68" y="268"/>
                    <a:pt x="34" y="324"/>
                    <a:pt x="1" y="368"/>
                  </a:cubicBezTo>
                  <a:lnTo>
                    <a:pt x="825" y="992"/>
                  </a:lnTo>
                  <a:cubicBezTo>
                    <a:pt x="870" y="881"/>
                    <a:pt x="925" y="769"/>
                    <a:pt x="1003" y="680"/>
                  </a:cubicBezTo>
                  <a:lnTo>
                    <a:pt x="291" y="1"/>
                  </a:ln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4" name="Google Shape;404;p37"/>
            <p:cNvSpPr/>
            <p:nvPr/>
          </p:nvSpPr>
          <p:spPr>
            <a:xfrm>
              <a:off x="3025952" y="1426098"/>
              <a:ext cx="74219" cy="33711"/>
            </a:xfrm>
            <a:custGeom>
              <a:avLst/>
              <a:gdLst/>
              <a:ahLst/>
              <a:cxnLst/>
              <a:rect l="l" t="t" r="r" b="b"/>
              <a:pathLst>
                <a:path w="1081" h="491" extrusionOk="0">
                  <a:moveTo>
                    <a:pt x="981" y="1"/>
                  </a:moveTo>
                  <a:lnTo>
                    <a:pt x="0" y="23"/>
                  </a:lnTo>
                  <a:cubicBezTo>
                    <a:pt x="0" y="79"/>
                    <a:pt x="12" y="134"/>
                    <a:pt x="12" y="190"/>
                  </a:cubicBezTo>
                  <a:cubicBezTo>
                    <a:pt x="12" y="235"/>
                    <a:pt x="12" y="268"/>
                    <a:pt x="12" y="279"/>
                  </a:cubicBezTo>
                  <a:cubicBezTo>
                    <a:pt x="23" y="290"/>
                    <a:pt x="23" y="301"/>
                    <a:pt x="23" y="313"/>
                  </a:cubicBezTo>
                  <a:cubicBezTo>
                    <a:pt x="34" y="368"/>
                    <a:pt x="45" y="435"/>
                    <a:pt x="56" y="491"/>
                  </a:cubicBezTo>
                  <a:lnTo>
                    <a:pt x="1081" y="335"/>
                  </a:lnTo>
                  <a:cubicBezTo>
                    <a:pt x="1025" y="235"/>
                    <a:pt x="992" y="112"/>
                    <a:pt x="981"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5" name="Google Shape;405;p37"/>
            <p:cNvSpPr/>
            <p:nvPr/>
          </p:nvSpPr>
          <p:spPr>
            <a:xfrm>
              <a:off x="3038173" y="1478897"/>
              <a:ext cx="76554" cy="58153"/>
            </a:xfrm>
            <a:custGeom>
              <a:avLst/>
              <a:gdLst/>
              <a:ahLst/>
              <a:cxnLst/>
              <a:rect l="l" t="t" r="r" b="b"/>
              <a:pathLst>
                <a:path w="1115" h="847" extrusionOk="0">
                  <a:moveTo>
                    <a:pt x="881" y="0"/>
                  </a:moveTo>
                  <a:lnTo>
                    <a:pt x="1" y="446"/>
                  </a:lnTo>
                  <a:cubicBezTo>
                    <a:pt x="23" y="490"/>
                    <a:pt x="56" y="546"/>
                    <a:pt x="90" y="591"/>
                  </a:cubicBezTo>
                  <a:cubicBezTo>
                    <a:pt x="112" y="635"/>
                    <a:pt x="123" y="658"/>
                    <a:pt x="123" y="669"/>
                  </a:cubicBezTo>
                  <a:cubicBezTo>
                    <a:pt x="134" y="680"/>
                    <a:pt x="134" y="680"/>
                    <a:pt x="145" y="702"/>
                  </a:cubicBezTo>
                  <a:cubicBezTo>
                    <a:pt x="179" y="747"/>
                    <a:pt x="223" y="791"/>
                    <a:pt x="257" y="847"/>
                  </a:cubicBezTo>
                  <a:lnTo>
                    <a:pt x="1115" y="279"/>
                  </a:lnTo>
                  <a:cubicBezTo>
                    <a:pt x="1025" y="201"/>
                    <a:pt x="947" y="112"/>
                    <a:pt x="881" y="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6" name="Google Shape;406;p37"/>
            <p:cNvSpPr/>
            <p:nvPr/>
          </p:nvSpPr>
          <p:spPr>
            <a:xfrm>
              <a:off x="3090971" y="1519405"/>
              <a:ext cx="59732" cy="71198"/>
            </a:xfrm>
            <a:custGeom>
              <a:avLst/>
              <a:gdLst/>
              <a:ahLst/>
              <a:cxnLst/>
              <a:rect l="l" t="t" r="r" b="b"/>
              <a:pathLst>
                <a:path w="870" h="1037" extrusionOk="0">
                  <a:moveTo>
                    <a:pt x="535" y="1"/>
                  </a:moveTo>
                  <a:lnTo>
                    <a:pt x="0" y="825"/>
                  </a:lnTo>
                  <a:cubicBezTo>
                    <a:pt x="45" y="858"/>
                    <a:pt x="100" y="881"/>
                    <a:pt x="145" y="914"/>
                  </a:cubicBezTo>
                  <a:cubicBezTo>
                    <a:pt x="190" y="936"/>
                    <a:pt x="212" y="948"/>
                    <a:pt x="223" y="959"/>
                  </a:cubicBezTo>
                  <a:cubicBezTo>
                    <a:pt x="234" y="959"/>
                    <a:pt x="245" y="959"/>
                    <a:pt x="256" y="970"/>
                  </a:cubicBezTo>
                  <a:cubicBezTo>
                    <a:pt x="312" y="992"/>
                    <a:pt x="368" y="1014"/>
                    <a:pt x="423" y="1037"/>
                  </a:cubicBezTo>
                  <a:lnTo>
                    <a:pt x="869" y="112"/>
                  </a:lnTo>
                  <a:cubicBezTo>
                    <a:pt x="758" y="90"/>
                    <a:pt x="635" y="56"/>
                    <a:pt x="535"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7" name="Google Shape;407;p37"/>
            <p:cNvSpPr/>
            <p:nvPr/>
          </p:nvSpPr>
          <p:spPr>
            <a:xfrm>
              <a:off x="3150636" y="1544672"/>
              <a:ext cx="46687" cy="71198"/>
            </a:xfrm>
            <a:custGeom>
              <a:avLst/>
              <a:gdLst/>
              <a:ahLst/>
              <a:cxnLst/>
              <a:rect l="l" t="t" r="r" b="b"/>
              <a:pathLst>
                <a:path w="680" h="1037" extrusionOk="0">
                  <a:moveTo>
                    <a:pt x="334" y="0"/>
                  </a:moveTo>
                  <a:lnTo>
                    <a:pt x="0" y="936"/>
                  </a:lnTo>
                  <a:cubicBezTo>
                    <a:pt x="56" y="947"/>
                    <a:pt x="111" y="958"/>
                    <a:pt x="178" y="981"/>
                  </a:cubicBezTo>
                  <a:cubicBezTo>
                    <a:pt x="223" y="992"/>
                    <a:pt x="245" y="1003"/>
                    <a:pt x="256" y="1003"/>
                  </a:cubicBezTo>
                  <a:cubicBezTo>
                    <a:pt x="267" y="1003"/>
                    <a:pt x="267" y="1003"/>
                    <a:pt x="290" y="1014"/>
                  </a:cubicBezTo>
                  <a:cubicBezTo>
                    <a:pt x="345" y="1025"/>
                    <a:pt x="412" y="1025"/>
                    <a:pt x="468" y="1036"/>
                  </a:cubicBezTo>
                  <a:lnTo>
                    <a:pt x="680" y="23"/>
                  </a:lnTo>
                  <a:lnTo>
                    <a:pt x="680" y="23"/>
                  </a:lnTo>
                  <a:cubicBezTo>
                    <a:pt x="640" y="30"/>
                    <a:pt x="599" y="34"/>
                    <a:pt x="558" y="34"/>
                  </a:cubicBezTo>
                  <a:cubicBezTo>
                    <a:pt x="483" y="34"/>
                    <a:pt x="406" y="22"/>
                    <a:pt x="334" y="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8" name="Google Shape;408;p37"/>
            <p:cNvSpPr/>
            <p:nvPr/>
          </p:nvSpPr>
          <p:spPr>
            <a:xfrm>
              <a:off x="3256164" y="1425342"/>
              <a:ext cx="86440" cy="35222"/>
            </a:xfrm>
            <a:custGeom>
              <a:avLst/>
              <a:gdLst/>
              <a:ahLst/>
              <a:cxnLst/>
              <a:rect l="l" t="t" r="r" b="b"/>
              <a:pathLst>
                <a:path w="1259" h="513" extrusionOk="0">
                  <a:moveTo>
                    <a:pt x="1259" y="1"/>
                  </a:moveTo>
                  <a:lnTo>
                    <a:pt x="0" y="179"/>
                  </a:lnTo>
                  <a:lnTo>
                    <a:pt x="0" y="513"/>
                  </a:lnTo>
                  <a:lnTo>
                    <a:pt x="1237" y="491"/>
                  </a:lnTo>
                  <a:cubicBezTo>
                    <a:pt x="1259" y="324"/>
                    <a:pt x="1259" y="157"/>
                    <a:pt x="1259"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09" name="Google Shape;409;p37"/>
            <p:cNvSpPr/>
            <p:nvPr/>
          </p:nvSpPr>
          <p:spPr>
            <a:xfrm>
              <a:off x="3243119" y="1478141"/>
              <a:ext cx="84999" cy="61243"/>
            </a:xfrm>
            <a:custGeom>
              <a:avLst/>
              <a:gdLst/>
              <a:ahLst/>
              <a:cxnLst/>
              <a:rect l="l" t="t" r="r" b="b"/>
              <a:pathLst>
                <a:path w="1238" h="892" extrusionOk="0">
                  <a:moveTo>
                    <a:pt x="190" y="0"/>
                  </a:moveTo>
                  <a:lnTo>
                    <a:pt x="1" y="279"/>
                  </a:lnTo>
                  <a:lnTo>
                    <a:pt x="981" y="891"/>
                  </a:lnTo>
                  <a:cubicBezTo>
                    <a:pt x="1059" y="758"/>
                    <a:pt x="1148" y="624"/>
                    <a:pt x="1237" y="490"/>
                  </a:cubicBezTo>
                  <a:lnTo>
                    <a:pt x="190" y="0"/>
                  </a:ln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0" name="Google Shape;410;p37"/>
            <p:cNvSpPr/>
            <p:nvPr/>
          </p:nvSpPr>
          <p:spPr>
            <a:xfrm>
              <a:off x="3026707" y="1291183"/>
              <a:ext cx="318230" cy="330039"/>
            </a:xfrm>
            <a:custGeom>
              <a:avLst/>
              <a:gdLst/>
              <a:ahLst/>
              <a:cxnLst/>
              <a:rect l="l" t="t" r="r" b="b"/>
              <a:pathLst>
                <a:path w="4635" h="4807" extrusionOk="0">
                  <a:moveTo>
                    <a:pt x="2570" y="683"/>
                  </a:moveTo>
                  <a:cubicBezTo>
                    <a:pt x="2688" y="683"/>
                    <a:pt x="2804" y="691"/>
                    <a:pt x="2919" y="707"/>
                  </a:cubicBezTo>
                  <a:cubicBezTo>
                    <a:pt x="3933" y="841"/>
                    <a:pt x="4244" y="1932"/>
                    <a:pt x="4066" y="2801"/>
                  </a:cubicBezTo>
                  <a:cubicBezTo>
                    <a:pt x="3902" y="3630"/>
                    <a:pt x="3288" y="4384"/>
                    <a:pt x="2439" y="4384"/>
                  </a:cubicBezTo>
                  <a:cubicBezTo>
                    <a:pt x="2308" y="4384"/>
                    <a:pt x="2170" y="4366"/>
                    <a:pt x="2028" y="4327"/>
                  </a:cubicBezTo>
                  <a:cubicBezTo>
                    <a:pt x="1527" y="4182"/>
                    <a:pt x="1014" y="3715"/>
                    <a:pt x="747" y="3280"/>
                  </a:cubicBezTo>
                  <a:cubicBezTo>
                    <a:pt x="624" y="3102"/>
                    <a:pt x="546" y="2890"/>
                    <a:pt x="524" y="2679"/>
                  </a:cubicBezTo>
                  <a:cubicBezTo>
                    <a:pt x="491" y="2590"/>
                    <a:pt x="468" y="2489"/>
                    <a:pt x="468" y="2378"/>
                  </a:cubicBezTo>
                  <a:cubicBezTo>
                    <a:pt x="498" y="1280"/>
                    <a:pt x="1557" y="683"/>
                    <a:pt x="2570" y="683"/>
                  </a:cubicBezTo>
                  <a:close/>
                  <a:moveTo>
                    <a:pt x="3024" y="0"/>
                  </a:moveTo>
                  <a:cubicBezTo>
                    <a:pt x="3000" y="0"/>
                    <a:pt x="2976" y="2"/>
                    <a:pt x="2952" y="5"/>
                  </a:cubicBezTo>
                  <a:cubicBezTo>
                    <a:pt x="2317" y="106"/>
                    <a:pt x="1727" y="239"/>
                    <a:pt x="1137" y="529"/>
                  </a:cubicBezTo>
                  <a:cubicBezTo>
                    <a:pt x="324" y="930"/>
                    <a:pt x="234" y="1342"/>
                    <a:pt x="101" y="2189"/>
                  </a:cubicBezTo>
                  <a:cubicBezTo>
                    <a:pt x="1" y="2846"/>
                    <a:pt x="669" y="4116"/>
                    <a:pt x="1259" y="4494"/>
                  </a:cubicBezTo>
                  <a:cubicBezTo>
                    <a:pt x="1597" y="4712"/>
                    <a:pt x="1912" y="4806"/>
                    <a:pt x="2219" y="4806"/>
                  </a:cubicBezTo>
                  <a:cubicBezTo>
                    <a:pt x="2651" y="4806"/>
                    <a:pt x="3067" y="4620"/>
                    <a:pt x="3509" y="4327"/>
                  </a:cubicBezTo>
                  <a:cubicBezTo>
                    <a:pt x="3821" y="4127"/>
                    <a:pt x="4089" y="3882"/>
                    <a:pt x="4378" y="3659"/>
                  </a:cubicBezTo>
                  <a:cubicBezTo>
                    <a:pt x="4300" y="3481"/>
                    <a:pt x="4289" y="3280"/>
                    <a:pt x="4367" y="3035"/>
                  </a:cubicBezTo>
                  <a:cubicBezTo>
                    <a:pt x="4634" y="2278"/>
                    <a:pt x="4612" y="1565"/>
                    <a:pt x="4178" y="863"/>
                  </a:cubicBezTo>
                  <a:cubicBezTo>
                    <a:pt x="3977" y="546"/>
                    <a:pt x="3457" y="0"/>
                    <a:pt x="3024" y="0"/>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1" name="Google Shape;411;p37"/>
            <p:cNvSpPr/>
            <p:nvPr/>
          </p:nvSpPr>
          <p:spPr>
            <a:xfrm>
              <a:off x="3094748" y="1374123"/>
              <a:ext cx="190526" cy="175970"/>
            </a:xfrm>
            <a:custGeom>
              <a:avLst/>
              <a:gdLst/>
              <a:ahLst/>
              <a:cxnLst/>
              <a:rect l="l" t="t" r="r" b="b"/>
              <a:pathLst>
                <a:path w="2775" h="2563" extrusionOk="0">
                  <a:moveTo>
                    <a:pt x="1939" y="101"/>
                  </a:moveTo>
                  <a:cubicBezTo>
                    <a:pt x="1739" y="34"/>
                    <a:pt x="1527" y="0"/>
                    <a:pt x="1248" y="45"/>
                  </a:cubicBezTo>
                  <a:cubicBezTo>
                    <a:pt x="847" y="123"/>
                    <a:pt x="123" y="201"/>
                    <a:pt x="68" y="713"/>
                  </a:cubicBezTo>
                  <a:cubicBezTo>
                    <a:pt x="1" y="1304"/>
                    <a:pt x="34" y="1593"/>
                    <a:pt x="391" y="2083"/>
                  </a:cubicBezTo>
                  <a:cubicBezTo>
                    <a:pt x="446" y="2161"/>
                    <a:pt x="491" y="2239"/>
                    <a:pt x="524" y="2317"/>
                  </a:cubicBezTo>
                  <a:cubicBezTo>
                    <a:pt x="680" y="2362"/>
                    <a:pt x="803" y="2440"/>
                    <a:pt x="903" y="2551"/>
                  </a:cubicBezTo>
                  <a:lnTo>
                    <a:pt x="1081" y="2518"/>
                  </a:lnTo>
                  <a:cubicBezTo>
                    <a:pt x="1248" y="2562"/>
                    <a:pt x="1404" y="2562"/>
                    <a:pt x="1571" y="2551"/>
                  </a:cubicBezTo>
                  <a:cubicBezTo>
                    <a:pt x="1950" y="2406"/>
                    <a:pt x="2284" y="2050"/>
                    <a:pt x="2485" y="1693"/>
                  </a:cubicBezTo>
                  <a:cubicBezTo>
                    <a:pt x="2775" y="1148"/>
                    <a:pt x="2362" y="535"/>
                    <a:pt x="1939" y="101"/>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2" name="Google Shape;412;p37"/>
            <p:cNvSpPr/>
            <p:nvPr/>
          </p:nvSpPr>
          <p:spPr>
            <a:xfrm>
              <a:off x="2935666" y="1163202"/>
              <a:ext cx="573706" cy="267560"/>
            </a:xfrm>
            <a:custGeom>
              <a:avLst/>
              <a:gdLst/>
              <a:ahLst/>
              <a:cxnLst/>
              <a:rect l="l" t="t" r="r" b="b"/>
              <a:pathLst>
                <a:path w="8356" h="3897" extrusionOk="0">
                  <a:moveTo>
                    <a:pt x="4391" y="1"/>
                  </a:moveTo>
                  <a:cubicBezTo>
                    <a:pt x="1420" y="1"/>
                    <a:pt x="337" y="2123"/>
                    <a:pt x="34" y="3562"/>
                  </a:cubicBezTo>
                  <a:cubicBezTo>
                    <a:pt x="23" y="3663"/>
                    <a:pt x="1" y="3774"/>
                    <a:pt x="1" y="3897"/>
                  </a:cubicBezTo>
                  <a:cubicBezTo>
                    <a:pt x="914" y="1947"/>
                    <a:pt x="1538" y="1569"/>
                    <a:pt x="2663" y="978"/>
                  </a:cubicBezTo>
                  <a:cubicBezTo>
                    <a:pt x="3277" y="660"/>
                    <a:pt x="3985" y="543"/>
                    <a:pt x="4678" y="543"/>
                  </a:cubicBezTo>
                  <a:cubicBezTo>
                    <a:pt x="5029" y="543"/>
                    <a:pt x="5375" y="573"/>
                    <a:pt x="5704" y="622"/>
                  </a:cubicBezTo>
                  <a:cubicBezTo>
                    <a:pt x="6217" y="689"/>
                    <a:pt x="6729" y="889"/>
                    <a:pt x="7186" y="1134"/>
                  </a:cubicBezTo>
                  <a:cubicBezTo>
                    <a:pt x="7787" y="1446"/>
                    <a:pt x="8355" y="1513"/>
                    <a:pt x="8355" y="1513"/>
                  </a:cubicBezTo>
                  <a:cubicBezTo>
                    <a:pt x="7832" y="911"/>
                    <a:pt x="6807" y="198"/>
                    <a:pt x="5025" y="31"/>
                  </a:cubicBezTo>
                  <a:cubicBezTo>
                    <a:pt x="4804" y="11"/>
                    <a:pt x="4593" y="1"/>
                    <a:pt x="4391" y="1"/>
                  </a:cubicBezTo>
                  <a:close/>
                </a:path>
              </a:pathLst>
            </a:custGeom>
            <a:solidFill>
              <a:srgbClr val="FFFFFF">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7"/>
            <p:cNvSpPr/>
            <p:nvPr/>
          </p:nvSpPr>
          <p:spPr>
            <a:xfrm>
              <a:off x="3367048" y="1359636"/>
              <a:ext cx="156815" cy="109509"/>
            </a:xfrm>
            <a:custGeom>
              <a:avLst/>
              <a:gdLst/>
              <a:ahLst/>
              <a:cxnLst/>
              <a:rect l="l" t="t" r="r" b="b"/>
              <a:pathLst>
                <a:path w="2284" h="1595" extrusionOk="0">
                  <a:moveTo>
                    <a:pt x="1498" y="0"/>
                  </a:moveTo>
                  <a:cubicBezTo>
                    <a:pt x="1431" y="0"/>
                    <a:pt x="1369" y="9"/>
                    <a:pt x="1315" y="33"/>
                  </a:cubicBezTo>
                  <a:cubicBezTo>
                    <a:pt x="736" y="256"/>
                    <a:pt x="468" y="445"/>
                    <a:pt x="0" y="1214"/>
                  </a:cubicBezTo>
                  <a:cubicBezTo>
                    <a:pt x="257" y="1381"/>
                    <a:pt x="335" y="1470"/>
                    <a:pt x="635" y="1526"/>
                  </a:cubicBezTo>
                  <a:cubicBezTo>
                    <a:pt x="804" y="1556"/>
                    <a:pt x="1089" y="1594"/>
                    <a:pt x="1315" y="1594"/>
                  </a:cubicBezTo>
                  <a:cubicBezTo>
                    <a:pt x="1342" y="1594"/>
                    <a:pt x="1368" y="1594"/>
                    <a:pt x="1393" y="1593"/>
                  </a:cubicBezTo>
                  <a:cubicBezTo>
                    <a:pt x="1593" y="1593"/>
                    <a:pt x="1849" y="1503"/>
                    <a:pt x="1916" y="1258"/>
                  </a:cubicBezTo>
                  <a:cubicBezTo>
                    <a:pt x="2028" y="813"/>
                    <a:pt x="1916" y="768"/>
                    <a:pt x="1950" y="545"/>
                  </a:cubicBezTo>
                  <a:cubicBezTo>
                    <a:pt x="1983" y="278"/>
                    <a:pt x="2206" y="367"/>
                    <a:pt x="2284" y="100"/>
                  </a:cubicBezTo>
                  <a:lnTo>
                    <a:pt x="2284" y="100"/>
                  </a:lnTo>
                  <a:cubicBezTo>
                    <a:pt x="2263" y="102"/>
                    <a:pt x="2241" y="104"/>
                    <a:pt x="2219" y="104"/>
                  </a:cubicBezTo>
                  <a:cubicBezTo>
                    <a:pt x="2005" y="104"/>
                    <a:pt x="1724" y="0"/>
                    <a:pt x="1498" y="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4" name="Google Shape;414;p37"/>
            <p:cNvSpPr/>
            <p:nvPr/>
          </p:nvSpPr>
          <p:spPr>
            <a:xfrm>
              <a:off x="3390529" y="1403921"/>
              <a:ext cx="120357" cy="50738"/>
            </a:xfrm>
            <a:custGeom>
              <a:avLst/>
              <a:gdLst/>
              <a:ahLst/>
              <a:cxnLst/>
              <a:rect l="l" t="t" r="r" b="b"/>
              <a:pathLst>
                <a:path w="1753" h="739" extrusionOk="0">
                  <a:moveTo>
                    <a:pt x="1151" y="1"/>
                  </a:moveTo>
                  <a:cubicBezTo>
                    <a:pt x="550" y="1"/>
                    <a:pt x="82" y="558"/>
                    <a:pt x="82" y="558"/>
                  </a:cubicBezTo>
                  <a:cubicBezTo>
                    <a:pt x="0" y="639"/>
                    <a:pt x="883" y="739"/>
                    <a:pt x="1123" y="739"/>
                  </a:cubicBezTo>
                  <a:cubicBezTo>
                    <a:pt x="1146" y="739"/>
                    <a:pt x="1164" y="738"/>
                    <a:pt x="1173" y="736"/>
                  </a:cubicBezTo>
                  <a:cubicBezTo>
                    <a:pt x="1285" y="714"/>
                    <a:pt x="1430" y="580"/>
                    <a:pt x="1485" y="457"/>
                  </a:cubicBezTo>
                  <a:cubicBezTo>
                    <a:pt x="1552" y="335"/>
                    <a:pt x="1753" y="12"/>
                    <a:pt x="1151" y="1"/>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5" name="Google Shape;415;p37"/>
            <p:cNvSpPr/>
            <p:nvPr/>
          </p:nvSpPr>
          <p:spPr>
            <a:xfrm>
              <a:off x="3438178" y="1402410"/>
              <a:ext cx="58153" cy="58153"/>
            </a:xfrm>
            <a:custGeom>
              <a:avLst/>
              <a:gdLst/>
              <a:ahLst/>
              <a:cxnLst/>
              <a:rect l="l" t="t" r="r" b="b"/>
              <a:pathLst>
                <a:path w="847" h="847" extrusionOk="0">
                  <a:moveTo>
                    <a:pt x="847" y="424"/>
                  </a:moveTo>
                  <a:cubicBezTo>
                    <a:pt x="847" y="658"/>
                    <a:pt x="658" y="847"/>
                    <a:pt x="424" y="847"/>
                  </a:cubicBezTo>
                  <a:cubicBezTo>
                    <a:pt x="190" y="847"/>
                    <a:pt x="0" y="658"/>
                    <a:pt x="0" y="424"/>
                  </a:cubicBezTo>
                  <a:cubicBezTo>
                    <a:pt x="0" y="190"/>
                    <a:pt x="190" y="0"/>
                    <a:pt x="424" y="0"/>
                  </a:cubicBezTo>
                  <a:cubicBezTo>
                    <a:pt x="658" y="0"/>
                    <a:pt x="847" y="190"/>
                    <a:pt x="847" y="424"/>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6" name="Google Shape;416;p37"/>
            <p:cNvSpPr/>
            <p:nvPr/>
          </p:nvSpPr>
          <p:spPr>
            <a:xfrm>
              <a:off x="3380780" y="1393347"/>
              <a:ext cx="125507" cy="52729"/>
            </a:xfrm>
            <a:custGeom>
              <a:avLst/>
              <a:gdLst/>
              <a:ahLst/>
              <a:cxnLst/>
              <a:rect l="l" t="t" r="r" b="b"/>
              <a:pathLst>
                <a:path w="1828" h="768" extrusionOk="0">
                  <a:moveTo>
                    <a:pt x="1300" y="1"/>
                  </a:moveTo>
                  <a:cubicBezTo>
                    <a:pt x="1231" y="1"/>
                    <a:pt x="1158" y="7"/>
                    <a:pt x="1081" y="21"/>
                  </a:cubicBezTo>
                  <a:cubicBezTo>
                    <a:pt x="469" y="132"/>
                    <a:pt x="146" y="522"/>
                    <a:pt x="101" y="589"/>
                  </a:cubicBezTo>
                  <a:cubicBezTo>
                    <a:pt x="1" y="723"/>
                    <a:pt x="302" y="767"/>
                    <a:pt x="302" y="767"/>
                  </a:cubicBezTo>
                  <a:cubicBezTo>
                    <a:pt x="491" y="578"/>
                    <a:pt x="825" y="344"/>
                    <a:pt x="1182" y="311"/>
                  </a:cubicBezTo>
                  <a:cubicBezTo>
                    <a:pt x="1195" y="310"/>
                    <a:pt x="1209" y="309"/>
                    <a:pt x="1222" y="309"/>
                  </a:cubicBezTo>
                  <a:cubicBezTo>
                    <a:pt x="1546" y="309"/>
                    <a:pt x="1649" y="567"/>
                    <a:pt x="1649" y="567"/>
                  </a:cubicBezTo>
                  <a:cubicBezTo>
                    <a:pt x="1649" y="567"/>
                    <a:pt x="1817" y="288"/>
                    <a:pt x="1828" y="199"/>
                  </a:cubicBezTo>
                  <a:cubicBezTo>
                    <a:pt x="1828" y="126"/>
                    <a:pt x="1611" y="1"/>
                    <a:pt x="1300"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7" name="Google Shape;417;p37"/>
            <p:cNvSpPr/>
            <p:nvPr/>
          </p:nvSpPr>
          <p:spPr>
            <a:xfrm>
              <a:off x="3330316" y="1252528"/>
              <a:ext cx="180570" cy="81909"/>
            </a:xfrm>
            <a:custGeom>
              <a:avLst/>
              <a:gdLst/>
              <a:ahLst/>
              <a:cxnLst/>
              <a:rect l="l" t="t" r="r" b="b"/>
              <a:pathLst>
                <a:path w="2630" h="1193" extrusionOk="0">
                  <a:moveTo>
                    <a:pt x="123" y="1081"/>
                  </a:moveTo>
                  <a:cubicBezTo>
                    <a:pt x="123" y="1081"/>
                    <a:pt x="1282" y="0"/>
                    <a:pt x="2451" y="78"/>
                  </a:cubicBezTo>
                  <a:lnTo>
                    <a:pt x="2630" y="234"/>
                  </a:lnTo>
                  <a:cubicBezTo>
                    <a:pt x="2630" y="234"/>
                    <a:pt x="825" y="646"/>
                    <a:pt x="201" y="1181"/>
                  </a:cubicBezTo>
                  <a:cubicBezTo>
                    <a:pt x="201" y="1181"/>
                    <a:pt x="1" y="1192"/>
                    <a:pt x="123" y="1081"/>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8" name="Google Shape;418;p37"/>
            <p:cNvSpPr/>
            <p:nvPr/>
          </p:nvSpPr>
          <p:spPr>
            <a:xfrm>
              <a:off x="3188055" y="1176797"/>
              <a:ext cx="162239" cy="97975"/>
            </a:xfrm>
            <a:custGeom>
              <a:avLst/>
              <a:gdLst/>
              <a:ahLst/>
              <a:cxnLst/>
              <a:rect l="l" t="t" r="r" b="b"/>
              <a:pathLst>
                <a:path w="2363" h="1427" extrusionOk="0">
                  <a:moveTo>
                    <a:pt x="235" y="1426"/>
                  </a:moveTo>
                  <a:lnTo>
                    <a:pt x="1" y="1293"/>
                  </a:lnTo>
                  <a:cubicBezTo>
                    <a:pt x="235" y="880"/>
                    <a:pt x="758" y="880"/>
                    <a:pt x="1137" y="869"/>
                  </a:cubicBezTo>
                  <a:cubicBezTo>
                    <a:pt x="1282" y="869"/>
                    <a:pt x="1438" y="869"/>
                    <a:pt x="1493" y="847"/>
                  </a:cubicBezTo>
                  <a:cubicBezTo>
                    <a:pt x="1649" y="780"/>
                    <a:pt x="1950" y="312"/>
                    <a:pt x="2117" y="0"/>
                  </a:cubicBezTo>
                  <a:lnTo>
                    <a:pt x="2362" y="123"/>
                  </a:lnTo>
                  <a:cubicBezTo>
                    <a:pt x="2284" y="268"/>
                    <a:pt x="1906" y="970"/>
                    <a:pt x="1605" y="1092"/>
                  </a:cubicBezTo>
                  <a:cubicBezTo>
                    <a:pt x="1493" y="1148"/>
                    <a:pt x="1338" y="1148"/>
                    <a:pt x="1148" y="1148"/>
                  </a:cubicBezTo>
                  <a:cubicBezTo>
                    <a:pt x="814" y="1148"/>
                    <a:pt x="391" y="1159"/>
                    <a:pt x="235" y="1426"/>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19" name="Google Shape;419;p37"/>
            <p:cNvSpPr/>
            <p:nvPr/>
          </p:nvSpPr>
          <p:spPr>
            <a:xfrm>
              <a:off x="3003775" y="1256304"/>
              <a:ext cx="99485" cy="56711"/>
            </a:xfrm>
            <a:custGeom>
              <a:avLst/>
              <a:gdLst/>
              <a:ahLst/>
              <a:cxnLst/>
              <a:rect l="l" t="t" r="r" b="b"/>
              <a:pathLst>
                <a:path w="1449" h="826" extrusionOk="0">
                  <a:moveTo>
                    <a:pt x="1203" y="825"/>
                  </a:moveTo>
                  <a:cubicBezTo>
                    <a:pt x="1114" y="636"/>
                    <a:pt x="847" y="614"/>
                    <a:pt x="468" y="636"/>
                  </a:cubicBezTo>
                  <a:cubicBezTo>
                    <a:pt x="301" y="647"/>
                    <a:pt x="212" y="580"/>
                    <a:pt x="156" y="524"/>
                  </a:cubicBezTo>
                  <a:cubicBezTo>
                    <a:pt x="0" y="346"/>
                    <a:pt x="34" y="34"/>
                    <a:pt x="34" y="1"/>
                  </a:cubicBezTo>
                  <a:lnTo>
                    <a:pt x="312" y="34"/>
                  </a:lnTo>
                  <a:cubicBezTo>
                    <a:pt x="301" y="112"/>
                    <a:pt x="301" y="268"/>
                    <a:pt x="357" y="335"/>
                  </a:cubicBezTo>
                  <a:cubicBezTo>
                    <a:pt x="368" y="346"/>
                    <a:pt x="390" y="357"/>
                    <a:pt x="446" y="357"/>
                  </a:cubicBezTo>
                  <a:cubicBezTo>
                    <a:pt x="736" y="346"/>
                    <a:pt x="1259" y="302"/>
                    <a:pt x="1448" y="714"/>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0" name="Google Shape;420;p37"/>
            <p:cNvSpPr/>
            <p:nvPr/>
          </p:nvSpPr>
          <p:spPr>
            <a:xfrm>
              <a:off x="2938755" y="1461320"/>
              <a:ext cx="68109" cy="40577"/>
            </a:xfrm>
            <a:custGeom>
              <a:avLst/>
              <a:gdLst/>
              <a:ahLst/>
              <a:cxnLst/>
              <a:rect l="l" t="t" r="r" b="b"/>
              <a:pathLst>
                <a:path w="992" h="591" extrusionOk="0">
                  <a:moveTo>
                    <a:pt x="1" y="301"/>
                  </a:moveTo>
                  <a:cubicBezTo>
                    <a:pt x="12" y="390"/>
                    <a:pt x="34" y="490"/>
                    <a:pt x="56" y="590"/>
                  </a:cubicBezTo>
                  <a:cubicBezTo>
                    <a:pt x="301" y="457"/>
                    <a:pt x="691" y="301"/>
                    <a:pt x="858" y="357"/>
                  </a:cubicBezTo>
                  <a:lnTo>
                    <a:pt x="992" y="100"/>
                  </a:lnTo>
                  <a:cubicBezTo>
                    <a:pt x="680" y="0"/>
                    <a:pt x="257" y="167"/>
                    <a:pt x="1" y="301"/>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1" name="Google Shape;421;p37"/>
            <p:cNvSpPr/>
            <p:nvPr/>
          </p:nvSpPr>
          <p:spPr>
            <a:xfrm>
              <a:off x="3366293" y="1332790"/>
              <a:ext cx="177481" cy="110196"/>
            </a:xfrm>
            <a:custGeom>
              <a:avLst/>
              <a:gdLst/>
              <a:ahLst/>
              <a:cxnLst/>
              <a:rect l="l" t="t" r="r" b="b"/>
              <a:pathLst>
                <a:path w="2585" h="1605" extrusionOk="0">
                  <a:moveTo>
                    <a:pt x="2303" y="1"/>
                  </a:moveTo>
                  <a:cubicBezTo>
                    <a:pt x="1986" y="1"/>
                    <a:pt x="1106" y="222"/>
                    <a:pt x="691" y="469"/>
                  </a:cubicBezTo>
                  <a:cubicBezTo>
                    <a:pt x="223" y="736"/>
                    <a:pt x="0" y="1605"/>
                    <a:pt x="0" y="1605"/>
                  </a:cubicBezTo>
                  <a:cubicBezTo>
                    <a:pt x="112" y="1605"/>
                    <a:pt x="424" y="1137"/>
                    <a:pt x="836" y="836"/>
                  </a:cubicBezTo>
                  <a:cubicBezTo>
                    <a:pt x="1098" y="652"/>
                    <a:pt x="1434" y="598"/>
                    <a:pt x="1711" y="598"/>
                  </a:cubicBezTo>
                  <a:cubicBezTo>
                    <a:pt x="1869" y="598"/>
                    <a:pt x="2009" y="616"/>
                    <a:pt x="2106" y="636"/>
                  </a:cubicBezTo>
                  <a:cubicBezTo>
                    <a:pt x="2121" y="639"/>
                    <a:pt x="2136" y="641"/>
                    <a:pt x="2150" y="641"/>
                  </a:cubicBezTo>
                  <a:cubicBezTo>
                    <a:pt x="2394" y="641"/>
                    <a:pt x="2562" y="146"/>
                    <a:pt x="2562" y="146"/>
                  </a:cubicBezTo>
                  <a:cubicBezTo>
                    <a:pt x="2562" y="146"/>
                    <a:pt x="2585" y="90"/>
                    <a:pt x="2395" y="12"/>
                  </a:cubicBezTo>
                  <a:cubicBezTo>
                    <a:pt x="2375" y="4"/>
                    <a:pt x="2344" y="1"/>
                    <a:pt x="2303" y="1"/>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2" name="Google Shape;422;p37"/>
            <p:cNvSpPr/>
            <p:nvPr/>
          </p:nvSpPr>
          <p:spPr>
            <a:xfrm>
              <a:off x="3271475" y="1461320"/>
              <a:ext cx="159080" cy="197460"/>
            </a:xfrm>
            <a:custGeom>
              <a:avLst/>
              <a:gdLst/>
              <a:ahLst/>
              <a:cxnLst/>
              <a:rect l="l" t="t" r="r" b="b"/>
              <a:pathLst>
                <a:path w="2317" h="2876" extrusionOk="0">
                  <a:moveTo>
                    <a:pt x="902" y="0"/>
                  </a:moveTo>
                  <a:cubicBezTo>
                    <a:pt x="902" y="0"/>
                    <a:pt x="646" y="713"/>
                    <a:pt x="501" y="1025"/>
                  </a:cubicBezTo>
                  <a:cubicBezTo>
                    <a:pt x="379" y="1281"/>
                    <a:pt x="0" y="1805"/>
                    <a:pt x="0" y="1805"/>
                  </a:cubicBezTo>
                  <a:cubicBezTo>
                    <a:pt x="0" y="1805"/>
                    <a:pt x="17" y="1804"/>
                    <a:pt x="46" y="1804"/>
                  </a:cubicBezTo>
                  <a:cubicBezTo>
                    <a:pt x="214" y="1804"/>
                    <a:pt x="797" y="1820"/>
                    <a:pt x="1025" y="2039"/>
                  </a:cubicBezTo>
                  <a:cubicBezTo>
                    <a:pt x="1274" y="2288"/>
                    <a:pt x="1756" y="2875"/>
                    <a:pt x="1843" y="2875"/>
                  </a:cubicBezTo>
                  <a:cubicBezTo>
                    <a:pt x="1845" y="2875"/>
                    <a:pt x="1847" y="2875"/>
                    <a:pt x="1849" y="2874"/>
                  </a:cubicBezTo>
                  <a:cubicBezTo>
                    <a:pt x="1927" y="2841"/>
                    <a:pt x="1838" y="2239"/>
                    <a:pt x="1860" y="2039"/>
                  </a:cubicBezTo>
                  <a:cubicBezTo>
                    <a:pt x="1894" y="1805"/>
                    <a:pt x="2194" y="1671"/>
                    <a:pt x="2284" y="1448"/>
                  </a:cubicBezTo>
                  <a:cubicBezTo>
                    <a:pt x="2295" y="1426"/>
                    <a:pt x="2317" y="1348"/>
                    <a:pt x="2272" y="1326"/>
                  </a:cubicBezTo>
                  <a:cubicBezTo>
                    <a:pt x="2268" y="1322"/>
                    <a:pt x="2262" y="1321"/>
                    <a:pt x="2256" y="1321"/>
                  </a:cubicBezTo>
                  <a:cubicBezTo>
                    <a:pt x="2217" y="1321"/>
                    <a:pt x="2155" y="1370"/>
                    <a:pt x="2116" y="1370"/>
                  </a:cubicBezTo>
                  <a:cubicBezTo>
                    <a:pt x="1927" y="1370"/>
                    <a:pt x="1693" y="1281"/>
                    <a:pt x="1537" y="1192"/>
                  </a:cubicBezTo>
                  <a:cubicBezTo>
                    <a:pt x="1359" y="1092"/>
                    <a:pt x="1147" y="925"/>
                    <a:pt x="1092" y="724"/>
                  </a:cubicBezTo>
                  <a:cubicBezTo>
                    <a:pt x="1014" y="490"/>
                    <a:pt x="958" y="234"/>
                    <a:pt x="902" y="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3" name="Google Shape;423;p37"/>
            <p:cNvSpPr/>
            <p:nvPr/>
          </p:nvSpPr>
          <p:spPr>
            <a:xfrm>
              <a:off x="3478138" y="1491804"/>
              <a:ext cx="48061" cy="46069"/>
            </a:xfrm>
            <a:custGeom>
              <a:avLst/>
              <a:gdLst/>
              <a:ahLst/>
              <a:cxnLst/>
              <a:rect l="l" t="t" r="r" b="b"/>
              <a:pathLst>
                <a:path w="700" h="671" extrusionOk="0">
                  <a:moveTo>
                    <a:pt x="603" y="0"/>
                  </a:moveTo>
                  <a:cubicBezTo>
                    <a:pt x="510" y="0"/>
                    <a:pt x="276" y="22"/>
                    <a:pt x="142" y="236"/>
                  </a:cubicBezTo>
                  <a:cubicBezTo>
                    <a:pt x="1" y="453"/>
                    <a:pt x="211" y="670"/>
                    <a:pt x="408" y="670"/>
                  </a:cubicBezTo>
                  <a:cubicBezTo>
                    <a:pt x="443" y="670"/>
                    <a:pt x="478" y="663"/>
                    <a:pt x="510" y="648"/>
                  </a:cubicBezTo>
                  <a:cubicBezTo>
                    <a:pt x="688" y="559"/>
                    <a:pt x="432" y="503"/>
                    <a:pt x="399" y="436"/>
                  </a:cubicBezTo>
                  <a:cubicBezTo>
                    <a:pt x="387" y="403"/>
                    <a:pt x="387" y="369"/>
                    <a:pt x="399" y="336"/>
                  </a:cubicBezTo>
                  <a:cubicBezTo>
                    <a:pt x="421" y="258"/>
                    <a:pt x="465" y="202"/>
                    <a:pt x="532" y="169"/>
                  </a:cubicBezTo>
                  <a:cubicBezTo>
                    <a:pt x="566" y="158"/>
                    <a:pt x="599" y="146"/>
                    <a:pt x="621" y="135"/>
                  </a:cubicBezTo>
                  <a:cubicBezTo>
                    <a:pt x="655" y="124"/>
                    <a:pt x="699" y="91"/>
                    <a:pt x="699" y="57"/>
                  </a:cubicBezTo>
                  <a:cubicBezTo>
                    <a:pt x="699" y="24"/>
                    <a:pt x="666" y="2"/>
                    <a:pt x="644" y="2"/>
                  </a:cubicBezTo>
                  <a:cubicBezTo>
                    <a:pt x="641" y="2"/>
                    <a:pt x="627" y="0"/>
                    <a:pt x="603" y="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4" name="Google Shape;424;p37"/>
            <p:cNvSpPr/>
            <p:nvPr/>
          </p:nvSpPr>
          <p:spPr>
            <a:xfrm>
              <a:off x="3519333" y="1519062"/>
              <a:ext cx="50464" cy="17576"/>
            </a:xfrm>
            <a:custGeom>
              <a:avLst/>
              <a:gdLst/>
              <a:ahLst/>
              <a:cxnLst/>
              <a:rect l="l" t="t" r="r" b="b"/>
              <a:pathLst>
                <a:path w="735" h="256" extrusionOk="0">
                  <a:moveTo>
                    <a:pt x="401" y="1"/>
                  </a:moveTo>
                  <a:cubicBezTo>
                    <a:pt x="235" y="1"/>
                    <a:pt x="1" y="55"/>
                    <a:pt x="10" y="151"/>
                  </a:cubicBezTo>
                  <a:cubicBezTo>
                    <a:pt x="18" y="218"/>
                    <a:pt x="111" y="255"/>
                    <a:pt x="195" y="255"/>
                  </a:cubicBezTo>
                  <a:cubicBezTo>
                    <a:pt x="236" y="255"/>
                    <a:pt x="274" y="247"/>
                    <a:pt x="300" y="228"/>
                  </a:cubicBezTo>
                  <a:cubicBezTo>
                    <a:pt x="369" y="194"/>
                    <a:pt x="446" y="166"/>
                    <a:pt x="513" y="166"/>
                  </a:cubicBezTo>
                  <a:cubicBezTo>
                    <a:pt x="532" y="166"/>
                    <a:pt x="550" y="168"/>
                    <a:pt x="567" y="173"/>
                  </a:cubicBezTo>
                  <a:cubicBezTo>
                    <a:pt x="592" y="179"/>
                    <a:pt x="618" y="183"/>
                    <a:pt x="641" y="183"/>
                  </a:cubicBezTo>
                  <a:cubicBezTo>
                    <a:pt x="699" y="183"/>
                    <a:pt x="735" y="159"/>
                    <a:pt x="679" y="95"/>
                  </a:cubicBezTo>
                  <a:cubicBezTo>
                    <a:pt x="679" y="95"/>
                    <a:pt x="634" y="28"/>
                    <a:pt x="478" y="6"/>
                  </a:cubicBezTo>
                  <a:cubicBezTo>
                    <a:pt x="455" y="2"/>
                    <a:pt x="429" y="1"/>
                    <a:pt x="401"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5" name="Google Shape;425;p37"/>
            <p:cNvSpPr/>
            <p:nvPr/>
          </p:nvSpPr>
          <p:spPr>
            <a:xfrm>
              <a:off x="3463376" y="1603032"/>
              <a:ext cx="93375" cy="49846"/>
            </a:xfrm>
            <a:custGeom>
              <a:avLst/>
              <a:gdLst/>
              <a:ahLst/>
              <a:cxnLst/>
              <a:rect l="l" t="t" r="r" b="b"/>
              <a:pathLst>
                <a:path w="1360" h="726" extrusionOk="0">
                  <a:moveTo>
                    <a:pt x="91" y="1"/>
                  </a:moveTo>
                  <a:cubicBezTo>
                    <a:pt x="66" y="1"/>
                    <a:pt x="43" y="6"/>
                    <a:pt x="23" y="19"/>
                  </a:cubicBezTo>
                  <a:cubicBezTo>
                    <a:pt x="1" y="53"/>
                    <a:pt x="1" y="108"/>
                    <a:pt x="23" y="142"/>
                  </a:cubicBezTo>
                  <a:cubicBezTo>
                    <a:pt x="45" y="175"/>
                    <a:pt x="90" y="197"/>
                    <a:pt x="112" y="220"/>
                  </a:cubicBezTo>
                  <a:cubicBezTo>
                    <a:pt x="224" y="309"/>
                    <a:pt x="313" y="431"/>
                    <a:pt x="413" y="520"/>
                  </a:cubicBezTo>
                  <a:cubicBezTo>
                    <a:pt x="524" y="609"/>
                    <a:pt x="669" y="665"/>
                    <a:pt x="814" y="699"/>
                  </a:cubicBezTo>
                  <a:cubicBezTo>
                    <a:pt x="879" y="715"/>
                    <a:pt x="945" y="725"/>
                    <a:pt x="1010" y="725"/>
                  </a:cubicBezTo>
                  <a:cubicBezTo>
                    <a:pt x="1034" y="725"/>
                    <a:pt x="1058" y="724"/>
                    <a:pt x="1081" y="721"/>
                  </a:cubicBezTo>
                  <a:cubicBezTo>
                    <a:pt x="1171" y="710"/>
                    <a:pt x="1260" y="665"/>
                    <a:pt x="1315" y="587"/>
                  </a:cubicBezTo>
                  <a:cubicBezTo>
                    <a:pt x="1338" y="554"/>
                    <a:pt x="1360" y="509"/>
                    <a:pt x="1349" y="465"/>
                  </a:cubicBezTo>
                  <a:cubicBezTo>
                    <a:pt x="1338" y="420"/>
                    <a:pt x="1304" y="376"/>
                    <a:pt x="1260" y="364"/>
                  </a:cubicBezTo>
                  <a:cubicBezTo>
                    <a:pt x="1215" y="342"/>
                    <a:pt x="1171" y="331"/>
                    <a:pt x="1126" y="331"/>
                  </a:cubicBezTo>
                  <a:cubicBezTo>
                    <a:pt x="870" y="298"/>
                    <a:pt x="614" y="275"/>
                    <a:pt x="391" y="175"/>
                  </a:cubicBezTo>
                  <a:cubicBezTo>
                    <a:pt x="335" y="153"/>
                    <a:pt x="291" y="119"/>
                    <a:pt x="246" y="86"/>
                  </a:cubicBezTo>
                  <a:cubicBezTo>
                    <a:pt x="213" y="64"/>
                    <a:pt x="179" y="30"/>
                    <a:pt x="146" y="8"/>
                  </a:cubicBezTo>
                  <a:cubicBezTo>
                    <a:pt x="127" y="3"/>
                    <a:pt x="109" y="1"/>
                    <a:pt x="91"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6" name="Google Shape;426;p37"/>
            <p:cNvSpPr/>
            <p:nvPr/>
          </p:nvSpPr>
          <p:spPr>
            <a:xfrm>
              <a:off x="3473332" y="1582984"/>
              <a:ext cx="105596" cy="42019"/>
            </a:xfrm>
            <a:custGeom>
              <a:avLst/>
              <a:gdLst/>
              <a:ahLst/>
              <a:cxnLst/>
              <a:rect l="l" t="t" r="r" b="b"/>
              <a:pathLst>
                <a:path w="1538" h="612" extrusionOk="0">
                  <a:moveTo>
                    <a:pt x="1226" y="1"/>
                  </a:moveTo>
                  <a:cubicBezTo>
                    <a:pt x="1163" y="1"/>
                    <a:pt x="1101" y="14"/>
                    <a:pt x="1048" y="44"/>
                  </a:cubicBezTo>
                  <a:cubicBezTo>
                    <a:pt x="936" y="88"/>
                    <a:pt x="858" y="177"/>
                    <a:pt x="758" y="222"/>
                  </a:cubicBezTo>
                  <a:cubicBezTo>
                    <a:pt x="705" y="242"/>
                    <a:pt x="647" y="252"/>
                    <a:pt x="589" y="252"/>
                  </a:cubicBezTo>
                  <a:cubicBezTo>
                    <a:pt x="489" y="252"/>
                    <a:pt x="386" y="223"/>
                    <a:pt x="301" y="166"/>
                  </a:cubicBezTo>
                  <a:cubicBezTo>
                    <a:pt x="268" y="155"/>
                    <a:pt x="235" y="122"/>
                    <a:pt x="190" y="122"/>
                  </a:cubicBezTo>
                  <a:cubicBezTo>
                    <a:pt x="168" y="133"/>
                    <a:pt x="146" y="133"/>
                    <a:pt x="123" y="144"/>
                  </a:cubicBezTo>
                  <a:cubicBezTo>
                    <a:pt x="90" y="166"/>
                    <a:pt x="56" y="189"/>
                    <a:pt x="34" y="211"/>
                  </a:cubicBezTo>
                  <a:cubicBezTo>
                    <a:pt x="23" y="222"/>
                    <a:pt x="12" y="233"/>
                    <a:pt x="12" y="244"/>
                  </a:cubicBezTo>
                  <a:cubicBezTo>
                    <a:pt x="1" y="255"/>
                    <a:pt x="12" y="267"/>
                    <a:pt x="12" y="278"/>
                  </a:cubicBezTo>
                  <a:cubicBezTo>
                    <a:pt x="56" y="367"/>
                    <a:pt x="134" y="434"/>
                    <a:pt x="235" y="489"/>
                  </a:cubicBezTo>
                  <a:cubicBezTo>
                    <a:pt x="469" y="601"/>
                    <a:pt x="747" y="612"/>
                    <a:pt x="1026" y="612"/>
                  </a:cubicBezTo>
                  <a:cubicBezTo>
                    <a:pt x="1070" y="612"/>
                    <a:pt x="1115" y="612"/>
                    <a:pt x="1159" y="590"/>
                  </a:cubicBezTo>
                  <a:cubicBezTo>
                    <a:pt x="1215" y="578"/>
                    <a:pt x="1259" y="545"/>
                    <a:pt x="1304" y="512"/>
                  </a:cubicBezTo>
                  <a:cubicBezTo>
                    <a:pt x="1360" y="467"/>
                    <a:pt x="1415" y="411"/>
                    <a:pt x="1460" y="345"/>
                  </a:cubicBezTo>
                  <a:cubicBezTo>
                    <a:pt x="1504" y="289"/>
                    <a:pt x="1538" y="233"/>
                    <a:pt x="1527" y="166"/>
                  </a:cubicBezTo>
                  <a:cubicBezTo>
                    <a:pt x="1516" y="99"/>
                    <a:pt x="1449" y="55"/>
                    <a:pt x="1393" y="33"/>
                  </a:cubicBezTo>
                  <a:cubicBezTo>
                    <a:pt x="1341" y="12"/>
                    <a:pt x="1283" y="1"/>
                    <a:pt x="1226" y="1"/>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7" name="Google Shape;427;p37"/>
            <p:cNvSpPr/>
            <p:nvPr/>
          </p:nvSpPr>
          <p:spPr>
            <a:xfrm>
              <a:off x="3455755" y="1580306"/>
              <a:ext cx="45177" cy="36320"/>
            </a:xfrm>
            <a:custGeom>
              <a:avLst/>
              <a:gdLst/>
              <a:ahLst/>
              <a:cxnLst/>
              <a:rect l="l" t="t" r="r" b="b"/>
              <a:pathLst>
                <a:path w="658" h="529" extrusionOk="0">
                  <a:moveTo>
                    <a:pt x="541" y="0"/>
                  </a:moveTo>
                  <a:cubicBezTo>
                    <a:pt x="509" y="0"/>
                    <a:pt x="478" y="8"/>
                    <a:pt x="446" y="16"/>
                  </a:cubicBezTo>
                  <a:cubicBezTo>
                    <a:pt x="335" y="49"/>
                    <a:pt x="234" y="72"/>
                    <a:pt x="134" y="127"/>
                  </a:cubicBezTo>
                  <a:cubicBezTo>
                    <a:pt x="90" y="138"/>
                    <a:pt x="56" y="172"/>
                    <a:pt x="34" y="205"/>
                  </a:cubicBezTo>
                  <a:cubicBezTo>
                    <a:pt x="1" y="250"/>
                    <a:pt x="1" y="317"/>
                    <a:pt x="1" y="372"/>
                  </a:cubicBezTo>
                  <a:cubicBezTo>
                    <a:pt x="1" y="417"/>
                    <a:pt x="12" y="462"/>
                    <a:pt x="34" y="484"/>
                  </a:cubicBezTo>
                  <a:cubicBezTo>
                    <a:pt x="56" y="517"/>
                    <a:pt x="112" y="528"/>
                    <a:pt x="156" y="528"/>
                  </a:cubicBezTo>
                  <a:cubicBezTo>
                    <a:pt x="246" y="528"/>
                    <a:pt x="346" y="484"/>
                    <a:pt x="413" y="417"/>
                  </a:cubicBezTo>
                  <a:cubicBezTo>
                    <a:pt x="435" y="406"/>
                    <a:pt x="446" y="384"/>
                    <a:pt x="468" y="361"/>
                  </a:cubicBezTo>
                  <a:cubicBezTo>
                    <a:pt x="502" y="339"/>
                    <a:pt x="524" y="317"/>
                    <a:pt x="557" y="294"/>
                  </a:cubicBezTo>
                  <a:cubicBezTo>
                    <a:pt x="602" y="261"/>
                    <a:pt x="647" y="205"/>
                    <a:pt x="647" y="150"/>
                  </a:cubicBezTo>
                  <a:cubicBezTo>
                    <a:pt x="658" y="94"/>
                    <a:pt x="635" y="27"/>
                    <a:pt x="580" y="5"/>
                  </a:cubicBezTo>
                  <a:cubicBezTo>
                    <a:pt x="567" y="2"/>
                    <a:pt x="554" y="0"/>
                    <a:pt x="541" y="0"/>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8" name="Google Shape;428;p37"/>
            <p:cNvSpPr/>
            <p:nvPr/>
          </p:nvSpPr>
          <p:spPr>
            <a:xfrm>
              <a:off x="2984619" y="1243327"/>
              <a:ext cx="389359" cy="424512"/>
            </a:xfrm>
            <a:custGeom>
              <a:avLst/>
              <a:gdLst/>
              <a:ahLst/>
              <a:cxnLst/>
              <a:rect l="l" t="t" r="r" b="b"/>
              <a:pathLst>
                <a:path w="5671" h="6183" extrusionOk="0">
                  <a:moveTo>
                    <a:pt x="5548" y="2696"/>
                  </a:moveTo>
                  <a:cubicBezTo>
                    <a:pt x="5637" y="2473"/>
                    <a:pt x="5671" y="2217"/>
                    <a:pt x="5626" y="1972"/>
                  </a:cubicBezTo>
                  <a:cubicBezTo>
                    <a:pt x="5526" y="1460"/>
                    <a:pt x="5181" y="981"/>
                    <a:pt x="4735" y="713"/>
                  </a:cubicBezTo>
                  <a:cubicBezTo>
                    <a:pt x="3554" y="1"/>
                    <a:pt x="1805" y="223"/>
                    <a:pt x="825" y="1181"/>
                  </a:cubicBezTo>
                  <a:cubicBezTo>
                    <a:pt x="435" y="1560"/>
                    <a:pt x="179" y="2084"/>
                    <a:pt x="101" y="2607"/>
                  </a:cubicBezTo>
                  <a:cubicBezTo>
                    <a:pt x="1" y="3197"/>
                    <a:pt x="68" y="3821"/>
                    <a:pt x="290" y="4378"/>
                  </a:cubicBezTo>
                  <a:cubicBezTo>
                    <a:pt x="669" y="5325"/>
                    <a:pt x="1739" y="6183"/>
                    <a:pt x="2797" y="6038"/>
                  </a:cubicBezTo>
                  <a:cubicBezTo>
                    <a:pt x="3008" y="6004"/>
                    <a:pt x="3354" y="5848"/>
                    <a:pt x="3253" y="5581"/>
                  </a:cubicBezTo>
                  <a:cubicBezTo>
                    <a:pt x="3153" y="5336"/>
                    <a:pt x="2786" y="5180"/>
                    <a:pt x="2563" y="5102"/>
                  </a:cubicBezTo>
                  <a:cubicBezTo>
                    <a:pt x="1360" y="4690"/>
                    <a:pt x="458" y="3175"/>
                    <a:pt x="1304" y="2028"/>
                  </a:cubicBezTo>
                  <a:cubicBezTo>
                    <a:pt x="1739" y="1437"/>
                    <a:pt x="2485" y="1114"/>
                    <a:pt x="3209" y="1103"/>
                  </a:cubicBezTo>
                  <a:cubicBezTo>
                    <a:pt x="3755" y="1092"/>
                    <a:pt x="4501" y="1281"/>
                    <a:pt x="4791" y="1794"/>
                  </a:cubicBezTo>
                  <a:cubicBezTo>
                    <a:pt x="5080" y="2295"/>
                    <a:pt x="5169" y="2930"/>
                    <a:pt x="4947" y="3476"/>
                  </a:cubicBezTo>
                  <a:cubicBezTo>
                    <a:pt x="4991" y="3431"/>
                    <a:pt x="5013" y="3420"/>
                    <a:pt x="5058" y="3387"/>
                  </a:cubicBezTo>
                  <a:cubicBezTo>
                    <a:pt x="5125" y="3353"/>
                    <a:pt x="5181" y="3287"/>
                    <a:pt x="5225" y="3231"/>
                  </a:cubicBezTo>
                  <a:cubicBezTo>
                    <a:pt x="5325" y="3119"/>
                    <a:pt x="5414" y="2986"/>
                    <a:pt x="5481" y="2852"/>
                  </a:cubicBezTo>
                  <a:cubicBezTo>
                    <a:pt x="5515" y="2808"/>
                    <a:pt x="5537" y="2752"/>
                    <a:pt x="5548" y="2696"/>
                  </a:cubicBezTo>
                  <a:close/>
                </a:path>
              </a:pathLst>
            </a:cu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29" name="Google Shape;429;p37"/>
            <p:cNvSpPr/>
            <p:nvPr/>
          </p:nvSpPr>
          <p:spPr>
            <a:xfrm>
              <a:off x="3073326" y="1354212"/>
              <a:ext cx="210435" cy="211190"/>
            </a:xfrm>
            <a:custGeom>
              <a:avLst/>
              <a:gdLst/>
              <a:ahLst/>
              <a:cxnLst/>
              <a:rect l="l" t="t" r="r" b="b"/>
              <a:pathLst>
                <a:path w="3065" h="3076" extrusionOk="0">
                  <a:moveTo>
                    <a:pt x="1527" y="1"/>
                  </a:moveTo>
                  <a:cubicBezTo>
                    <a:pt x="680" y="1"/>
                    <a:pt x="1" y="691"/>
                    <a:pt x="1" y="1538"/>
                  </a:cubicBezTo>
                  <a:cubicBezTo>
                    <a:pt x="1" y="2384"/>
                    <a:pt x="680" y="3075"/>
                    <a:pt x="1527" y="3075"/>
                  </a:cubicBezTo>
                  <a:cubicBezTo>
                    <a:pt x="2374" y="3075"/>
                    <a:pt x="3064" y="2384"/>
                    <a:pt x="3064" y="1538"/>
                  </a:cubicBezTo>
                  <a:cubicBezTo>
                    <a:pt x="3064" y="691"/>
                    <a:pt x="2374" y="1"/>
                    <a:pt x="1527" y="1"/>
                  </a:cubicBezTo>
                  <a:close/>
                  <a:moveTo>
                    <a:pt x="1527" y="2540"/>
                  </a:moveTo>
                  <a:cubicBezTo>
                    <a:pt x="981" y="2540"/>
                    <a:pt x="525" y="2095"/>
                    <a:pt x="525" y="1538"/>
                  </a:cubicBezTo>
                  <a:cubicBezTo>
                    <a:pt x="525" y="981"/>
                    <a:pt x="981" y="535"/>
                    <a:pt x="1527" y="535"/>
                  </a:cubicBezTo>
                  <a:cubicBezTo>
                    <a:pt x="2084" y="535"/>
                    <a:pt x="2541" y="981"/>
                    <a:pt x="2541" y="1538"/>
                  </a:cubicBezTo>
                  <a:cubicBezTo>
                    <a:pt x="2541" y="2095"/>
                    <a:pt x="2084" y="2540"/>
                    <a:pt x="1527" y="2540"/>
                  </a:cubicBezTo>
                  <a:close/>
                </a:path>
              </a:pathLst>
            </a:custGeom>
            <a:gradFill>
              <a:gsLst>
                <a:gs pos="0">
                  <a:schemeClr val="lt1"/>
                </a:gs>
                <a:gs pos="100000">
                  <a:schemeClr val="l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0" name="Google Shape;430;p37"/>
            <p:cNvSpPr/>
            <p:nvPr/>
          </p:nvSpPr>
          <p:spPr>
            <a:xfrm>
              <a:off x="3146791" y="1384078"/>
              <a:ext cx="63509" cy="64264"/>
            </a:xfrm>
            <a:custGeom>
              <a:avLst/>
              <a:gdLst/>
              <a:ahLst/>
              <a:cxnLst/>
              <a:rect l="l" t="t" r="r" b="b"/>
              <a:pathLst>
                <a:path w="925" h="936" extrusionOk="0">
                  <a:moveTo>
                    <a:pt x="457" y="936"/>
                  </a:moveTo>
                  <a:lnTo>
                    <a:pt x="412" y="880"/>
                  </a:lnTo>
                  <a:cubicBezTo>
                    <a:pt x="346" y="791"/>
                    <a:pt x="0" y="334"/>
                    <a:pt x="201" y="167"/>
                  </a:cubicBezTo>
                  <a:cubicBezTo>
                    <a:pt x="401" y="0"/>
                    <a:pt x="524" y="0"/>
                    <a:pt x="724" y="167"/>
                  </a:cubicBezTo>
                  <a:cubicBezTo>
                    <a:pt x="925" y="334"/>
                    <a:pt x="580" y="791"/>
                    <a:pt x="513" y="880"/>
                  </a:cubicBezTo>
                  <a:close/>
                  <a:moveTo>
                    <a:pt x="457" y="167"/>
                  </a:moveTo>
                  <a:cubicBezTo>
                    <a:pt x="412" y="167"/>
                    <a:pt x="357" y="201"/>
                    <a:pt x="279" y="256"/>
                  </a:cubicBezTo>
                  <a:cubicBezTo>
                    <a:pt x="212" y="323"/>
                    <a:pt x="335" y="557"/>
                    <a:pt x="457" y="735"/>
                  </a:cubicBezTo>
                  <a:cubicBezTo>
                    <a:pt x="591" y="557"/>
                    <a:pt x="713" y="323"/>
                    <a:pt x="646" y="256"/>
                  </a:cubicBezTo>
                  <a:cubicBezTo>
                    <a:pt x="568" y="201"/>
                    <a:pt x="513" y="167"/>
                    <a:pt x="457" y="167"/>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1" name="Google Shape;431;p37"/>
            <p:cNvSpPr/>
            <p:nvPr/>
          </p:nvSpPr>
          <p:spPr>
            <a:xfrm>
              <a:off x="3146791" y="1465851"/>
              <a:ext cx="63509" cy="61312"/>
            </a:xfrm>
            <a:custGeom>
              <a:avLst/>
              <a:gdLst/>
              <a:ahLst/>
              <a:cxnLst/>
              <a:rect l="l" t="t" r="r" b="b"/>
              <a:pathLst>
                <a:path w="925" h="893" extrusionOk="0">
                  <a:moveTo>
                    <a:pt x="457" y="892"/>
                  </a:moveTo>
                  <a:cubicBezTo>
                    <a:pt x="379" y="892"/>
                    <a:pt x="301" y="859"/>
                    <a:pt x="201" y="781"/>
                  </a:cubicBezTo>
                  <a:cubicBezTo>
                    <a:pt x="0" y="614"/>
                    <a:pt x="346" y="157"/>
                    <a:pt x="412" y="68"/>
                  </a:cubicBezTo>
                  <a:lnTo>
                    <a:pt x="457" y="1"/>
                  </a:lnTo>
                  <a:lnTo>
                    <a:pt x="513" y="68"/>
                  </a:lnTo>
                  <a:cubicBezTo>
                    <a:pt x="580" y="157"/>
                    <a:pt x="925" y="614"/>
                    <a:pt x="724" y="781"/>
                  </a:cubicBezTo>
                  <a:cubicBezTo>
                    <a:pt x="624" y="859"/>
                    <a:pt x="546" y="892"/>
                    <a:pt x="457" y="892"/>
                  </a:cubicBezTo>
                  <a:close/>
                  <a:moveTo>
                    <a:pt x="457" y="201"/>
                  </a:moveTo>
                  <a:cubicBezTo>
                    <a:pt x="335" y="391"/>
                    <a:pt x="212" y="625"/>
                    <a:pt x="279" y="680"/>
                  </a:cubicBezTo>
                  <a:cubicBezTo>
                    <a:pt x="435" y="803"/>
                    <a:pt x="490" y="803"/>
                    <a:pt x="646" y="680"/>
                  </a:cubicBezTo>
                  <a:cubicBezTo>
                    <a:pt x="713" y="625"/>
                    <a:pt x="591" y="391"/>
                    <a:pt x="457" y="201"/>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2" name="Google Shape;432;p37"/>
            <p:cNvSpPr/>
            <p:nvPr/>
          </p:nvSpPr>
          <p:spPr>
            <a:xfrm>
              <a:off x="3113148" y="1410032"/>
              <a:ext cx="57398" cy="45246"/>
            </a:xfrm>
            <a:custGeom>
              <a:avLst/>
              <a:gdLst/>
              <a:ahLst/>
              <a:cxnLst/>
              <a:rect l="l" t="t" r="r" b="b"/>
              <a:pathLst>
                <a:path w="836" h="659" extrusionOk="0">
                  <a:moveTo>
                    <a:pt x="479" y="658"/>
                  </a:moveTo>
                  <a:cubicBezTo>
                    <a:pt x="212" y="658"/>
                    <a:pt x="67" y="591"/>
                    <a:pt x="45" y="469"/>
                  </a:cubicBezTo>
                  <a:cubicBezTo>
                    <a:pt x="0" y="224"/>
                    <a:pt x="67" y="101"/>
                    <a:pt x="301" y="12"/>
                  </a:cubicBezTo>
                  <a:cubicBezTo>
                    <a:pt x="323" y="12"/>
                    <a:pt x="346" y="1"/>
                    <a:pt x="357" y="1"/>
                  </a:cubicBezTo>
                  <a:cubicBezTo>
                    <a:pt x="579" y="1"/>
                    <a:pt x="780" y="458"/>
                    <a:pt x="813" y="558"/>
                  </a:cubicBezTo>
                  <a:lnTo>
                    <a:pt x="836" y="625"/>
                  </a:lnTo>
                  <a:lnTo>
                    <a:pt x="769" y="636"/>
                  </a:lnTo>
                  <a:cubicBezTo>
                    <a:pt x="758" y="636"/>
                    <a:pt x="624" y="658"/>
                    <a:pt x="479" y="658"/>
                  </a:cubicBezTo>
                  <a:close/>
                  <a:moveTo>
                    <a:pt x="357" y="123"/>
                  </a:moveTo>
                  <a:cubicBezTo>
                    <a:pt x="357" y="123"/>
                    <a:pt x="346" y="123"/>
                    <a:pt x="346" y="123"/>
                  </a:cubicBezTo>
                  <a:cubicBezTo>
                    <a:pt x="167" y="190"/>
                    <a:pt x="134" y="257"/>
                    <a:pt x="156" y="446"/>
                  </a:cubicBezTo>
                  <a:cubicBezTo>
                    <a:pt x="167" y="502"/>
                    <a:pt x="290" y="535"/>
                    <a:pt x="479" y="535"/>
                  </a:cubicBezTo>
                  <a:cubicBezTo>
                    <a:pt x="546" y="535"/>
                    <a:pt x="613" y="535"/>
                    <a:pt x="669" y="524"/>
                  </a:cubicBezTo>
                  <a:cubicBezTo>
                    <a:pt x="591" y="346"/>
                    <a:pt x="446" y="123"/>
                    <a:pt x="357" y="123"/>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3" name="Google Shape;433;p37"/>
            <p:cNvSpPr/>
            <p:nvPr/>
          </p:nvSpPr>
          <p:spPr>
            <a:xfrm>
              <a:off x="3185789" y="1459741"/>
              <a:ext cx="58153" cy="44421"/>
            </a:xfrm>
            <a:custGeom>
              <a:avLst/>
              <a:gdLst/>
              <a:ahLst/>
              <a:cxnLst/>
              <a:rect l="l" t="t" r="r" b="b"/>
              <a:pathLst>
                <a:path w="847" h="647" extrusionOk="0">
                  <a:moveTo>
                    <a:pt x="479" y="647"/>
                  </a:moveTo>
                  <a:cubicBezTo>
                    <a:pt x="257" y="647"/>
                    <a:pt x="67" y="190"/>
                    <a:pt x="34" y="101"/>
                  </a:cubicBezTo>
                  <a:lnTo>
                    <a:pt x="0" y="34"/>
                  </a:lnTo>
                  <a:lnTo>
                    <a:pt x="78" y="23"/>
                  </a:lnTo>
                  <a:cubicBezTo>
                    <a:pt x="90" y="12"/>
                    <a:pt x="223" y="1"/>
                    <a:pt x="368" y="1"/>
                  </a:cubicBezTo>
                  <a:cubicBezTo>
                    <a:pt x="635" y="1"/>
                    <a:pt x="780" y="68"/>
                    <a:pt x="802" y="190"/>
                  </a:cubicBezTo>
                  <a:cubicBezTo>
                    <a:pt x="847" y="435"/>
                    <a:pt x="780" y="558"/>
                    <a:pt x="546" y="636"/>
                  </a:cubicBezTo>
                  <a:cubicBezTo>
                    <a:pt x="524" y="647"/>
                    <a:pt x="502" y="647"/>
                    <a:pt x="479" y="647"/>
                  </a:cubicBezTo>
                  <a:close/>
                  <a:moveTo>
                    <a:pt x="179" y="135"/>
                  </a:moveTo>
                  <a:cubicBezTo>
                    <a:pt x="268" y="324"/>
                    <a:pt x="401" y="558"/>
                    <a:pt x="502" y="524"/>
                  </a:cubicBezTo>
                  <a:cubicBezTo>
                    <a:pt x="680" y="458"/>
                    <a:pt x="713" y="402"/>
                    <a:pt x="680" y="212"/>
                  </a:cubicBezTo>
                  <a:cubicBezTo>
                    <a:pt x="669" y="157"/>
                    <a:pt x="546" y="123"/>
                    <a:pt x="368" y="123"/>
                  </a:cubicBezTo>
                  <a:cubicBezTo>
                    <a:pt x="290" y="123"/>
                    <a:pt x="223" y="123"/>
                    <a:pt x="179" y="135"/>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4" name="Google Shape;434;p37"/>
            <p:cNvSpPr/>
            <p:nvPr/>
          </p:nvSpPr>
          <p:spPr>
            <a:xfrm>
              <a:off x="3113148" y="1459741"/>
              <a:ext cx="57398" cy="44422"/>
            </a:xfrm>
            <a:custGeom>
              <a:avLst/>
              <a:gdLst/>
              <a:ahLst/>
              <a:cxnLst/>
              <a:rect l="l" t="t" r="r" b="b"/>
              <a:pathLst>
                <a:path w="836" h="647" extrusionOk="0">
                  <a:moveTo>
                    <a:pt x="357" y="647"/>
                  </a:moveTo>
                  <a:lnTo>
                    <a:pt x="357" y="647"/>
                  </a:lnTo>
                  <a:cubicBezTo>
                    <a:pt x="334" y="647"/>
                    <a:pt x="323" y="647"/>
                    <a:pt x="301" y="636"/>
                  </a:cubicBezTo>
                  <a:cubicBezTo>
                    <a:pt x="67" y="558"/>
                    <a:pt x="0" y="435"/>
                    <a:pt x="45" y="190"/>
                  </a:cubicBezTo>
                  <a:cubicBezTo>
                    <a:pt x="67" y="68"/>
                    <a:pt x="212" y="1"/>
                    <a:pt x="479" y="1"/>
                  </a:cubicBezTo>
                  <a:cubicBezTo>
                    <a:pt x="624" y="1"/>
                    <a:pt x="758" y="12"/>
                    <a:pt x="769" y="23"/>
                  </a:cubicBezTo>
                  <a:lnTo>
                    <a:pt x="836" y="34"/>
                  </a:lnTo>
                  <a:lnTo>
                    <a:pt x="813" y="101"/>
                  </a:lnTo>
                  <a:cubicBezTo>
                    <a:pt x="780" y="190"/>
                    <a:pt x="579" y="647"/>
                    <a:pt x="357" y="647"/>
                  </a:cubicBezTo>
                  <a:close/>
                  <a:moveTo>
                    <a:pt x="479" y="123"/>
                  </a:moveTo>
                  <a:cubicBezTo>
                    <a:pt x="290" y="123"/>
                    <a:pt x="167" y="157"/>
                    <a:pt x="156" y="212"/>
                  </a:cubicBezTo>
                  <a:cubicBezTo>
                    <a:pt x="134" y="402"/>
                    <a:pt x="167" y="458"/>
                    <a:pt x="346" y="524"/>
                  </a:cubicBezTo>
                  <a:cubicBezTo>
                    <a:pt x="435" y="558"/>
                    <a:pt x="579" y="324"/>
                    <a:pt x="669" y="135"/>
                  </a:cubicBezTo>
                  <a:cubicBezTo>
                    <a:pt x="613" y="123"/>
                    <a:pt x="546" y="123"/>
                    <a:pt x="479" y="123"/>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5" name="Google Shape;435;p37"/>
            <p:cNvSpPr/>
            <p:nvPr/>
          </p:nvSpPr>
          <p:spPr>
            <a:xfrm>
              <a:off x="3185789" y="1410032"/>
              <a:ext cx="58153" cy="45246"/>
            </a:xfrm>
            <a:custGeom>
              <a:avLst/>
              <a:gdLst/>
              <a:ahLst/>
              <a:cxnLst/>
              <a:rect l="l" t="t" r="r" b="b"/>
              <a:pathLst>
                <a:path w="847" h="659" extrusionOk="0">
                  <a:moveTo>
                    <a:pt x="368" y="658"/>
                  </a:moveTo>
                  <a:cubicBezTo>
                    <a:pt x="223" y="658"/>
                    <a:pt x="90" y="636"/>
                    <a:pt x="78" y="636"/>
                  </a:cubicBezTo>
                  <a:lnTo>
                    <a:pt x="0" y="625"/>
                  </a:lnTo>
                  <a:lnTo>
                    <a:pt x="34" y="558"/>
                  </a:lnTo>
                  <a:cubicBezTo>
                    <a:pt x="67" y="458"/>
                    <a:pt x="257" y="1"/>
                    <a:pt x="479" y="1"/>
                  </a:cubicBezTo>
                  <a:cubicBezTo>
                    <a:pt x="502" y="1"/>
                    <a:pt x="524" y="12"/>
                    <a:pt x="546" y="12"/>
                  </a:cubicBezTo>
                  <a:cubicBezTo>
                    <a:pt x="769" y="101"/>
                    <a:pt x="847" y="224"/>
                    <a:pt x="802" y="469"/>
                  </a:cubicBezTo>
                  <a:cubicBezTo>
                    <a:pt x="780" y="591"/>
                    <a:pt x="635" y="658"/>
                    <a:pt x="368" y="658"/>
                  </a:cubicBezTo>
                  <a:close/>
                  <a:moveTo>
                    <a:pt x="179" y="524"/>
                  </a:moveTo>
                  <a:cubicBezTo>
                    <a:pt x="223" y="535"/>
                    <a:pt x="290" y="535"/>
                    <a:pt x="368" y="535"/>
                  </a:cubicBezTo>
                  <a:cubicBezTo>
                    <a:pt x="557" y="535"/>
                    <a:pt x="669" y="502"/>
                    <a:pt x="680" y="446"/>
                  </a:cubicBezTo>
                  <a:cubicBezTo>
                    <a:pt x="713" y="257"/>
                    <a:pt x="680" y="190"/>
                    <a:pt x="502" y="123"/>
                  </a:cubicBezTo>
                  <a:cubicBezTo>
                    <a:pt x="413" y="101"/>
                    <a:pt x="268" y="335"/>
                    <a:pt x="179" y="524"/>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6" name="Google Shape;436;p37"/>
            <p:cNvSpPr/>
            <p:nvPr/>
          </p:nvSpPr>
          <p:spPr>
            <a:xfrm>
              <a:off x="3152146" y="1430698"/>
              <a:ext cx="52798" cy="52867"/>
            </a:xfrm>
            <a:custGeom>
              <a:avLst/>
              <a:gdLst/>
              <a:ahLst/>
              <a:cxnLst/>
              <a:rect l="l" t="t" r="r" b="b"/>
              <a:pathLst>
                <a:path w="769" h="770" extrusionOk="0">
                  <a:moveTo>
                    <a:pt x="769" y="390"/>
                  </a:moveTo>
                  <a:cubicBezTo>
                    <a:pt x="769" y="602"/>
                    <a:pt x="591" y="769"/>
                    <a:pt x="379" y="769"/>
                  </a:cubicBezTo>
                  <a:cubicBezTo>
                    <a:pt x="167" y="769"/>
                    <a:pt x="0" y="602"/>
                    <a:pt x="0" y="390"/>
                  </a:cubicBezTo>
                  <a:cubicBezTo>
                    <a:pt x="0" y="179"/>
                    <a:pt x="167" y="1"/>
                    <a:pt x="379" y="1"/>
                  </a:cubicBezTo>
                  <a:cubicBezTo>
                    <a:pt x="591" y="1"/>
                    <a:pt x="769" y="179"/>
                    <a:pt x="769" y="390"/>
                  </a:cubicBezTo>
                  <a:close/>
                </a:path>
              </a:pathLst>
            </a:custGeom>
            <a:gradFill>
              <a:gsLst>
                <a:gs pos="0">
                  <a:schemeClr val="accent1"/>
                </a:gs>
                <a:gs pos="100000">
                  <a:schemeClr val="dk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7" name="Google Shape;437;p37"/>
            <p:cNvSpPr/>
            <p:nvPr/>
          </p:nvSpPr>
          <p:spPr>
            <a:xfrm>
              <a:off x="3160523" y="1439143"/>
              <a:ext cx="36045" cy="35977"/>
            </a:xfrm>
            <a:custGeom>
              <a:avLst/>
              <a:gdLst/>
              <a:ahLst/>
              <a:cxnLst/>
              <a:rect l="l" t="t" r="r" b="b"/>
              <a:pathLst>
                <a:path w="525" h="524" extrusionOk="0">
                  <a:moveTo>
                    <a:pt x="524" y="267"/>
                  </a:moveTo>
                  <a:cubicBezTo>
                    <a:pt x="524" y="401"/>
                    <a:pt x="402" y="524"/>
                    <a:pt x="257" y="524"/>
                  </a:cubicBezTo>
                  <a:cubicBezTo>
                    <a:pt x="123" y="524"/>
                    <a:pt x="1" y="401"/>
                    <a:pt x="1" y="267"/>
                  </a:cubicBezTo>
                  <a:cubicBezTo>
                    <a:pt x="1" y="123"/>
                    <a:pt x="123" y="0"/>
                    <a:pt x="257" y="0"/>
                  </a:cubicBezTo>
                  <a:cubicBezTo>
                    <a:pt x="402" y="0"/>
                    <a:pt x="524" y="123"/>
                    <a:pt x="524" y="267"/>
                  </a:cubicBezTo>
                  <a:close/>
                </a:path>
              </a:pathLst>
            </a:custGeom>
            <a:gradFill>
              <a:gsLst>
                <a:gs pos="0">
                  <a:schemeClr val="accent6"/>
                </a:gs>
                <a:gs pos="100000">
                  <a:schemeClr val="accent2"/>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38" name="Google Shape;438;p37"/>
            <p:cNvSpPr/>
            <p:nvPr/>
          </p:nvSpPr>
          <p:spPr>
            <a:xfrm>
              <a:off x="2908957" y="1135327"/>
              <a:ext cx="627190" cy="294680"/>
            </a:xfrm>
            <a:custGeom>
              <a:avLst/>
              <a:gdLst/>
              <a:ahLst/>
              <a:cxnLst/>
              <a:rect l="l" t="t" r="r" b="b"/>
              <a:pathLst>
                <a:path w="9135" h="4292" extrusionOk="0">
                  <a:moveTo>
                    <a:pt x="5333" y="0"/>
                  </a:moveTo>
                  <a:cubicBezTo>
                    <a:pt x="4375" y="0"/>
                    <a:pt x="3368" y="213"/>
                    <a:pt x="2451" y="705"/>
                  </a:cubicBezTo>
                  <a:cubicBezTo>
                    <a:pt x="0" y="2019"/>
                    <a:pt x="412" y="4291"/>
                    <a:pt x="412" y="4291"/>
                  </a:cubicBezTo>
                  <a:cubicBezTo>
                    <a:pt x="1158" y="1288"/>
                    <a:pt x="3482" y="668"/>
                    <a:pt x="5164" y="668"/>
                  </a:cubicBezTo>
                  <a:cubicBezTo>
                    <a:pt x="5241" y="668"/>
                    <a:pt x="5317" y="669"/>
                    <a:pt x="5391" y="671"/>
                  </a:cubicBezTo>
                  <a:cubicBezTo>
                    <a:pt x="7096" y="738"/>
                    <a:pt x="8689" y="1952"/>
                    <a:pt x="8689" y="1952"/>
                  </a:cubicBezTo>
                  <a:cubicBezTo>
                    <a:pt x="9134" y="1651"/>
                    <a:pt x="9067" y="1473"/>
                    <a:pt x="9067" y="1473"/>
                  </a:cubicBezTo>
                  <a:cubicBezTo>
                    <a:pt x="8398" y="595"/>
                    <a:pt x="6935" y="0"/>
                    <a:pt x="5333" y="0"/>
                  </a:cubicBezTo>
                  <a:close/>
                </a:path>
              </a:pathLst>
            </a:custGeom>
            <a:gradFill>
              <a:gsLst>
                <a:gs pos="0">
                  <a:schemeClr val="accent4"/>
                </a:gs>
                <a:gs pos="100000">
                  <a:schemeClr val="accent5"/>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pic>
        <p:nvPicPr>
          <p:cNvPr id="4" name="Image 3">
            <a:extLst>
              <a:ext uri="{FF2B5EF4-FFF2-40B4-BE49-F238E27FC236}">
                <a16:creationId xmlns:a16="http://schemas.microsoft.com/office/drawing/2014/main" id="{4A88710B-07FC-7D3E-3AC9-2245AFBAA085}"/>
              </a:ext>
            </a:extLst>
          </p:cNvPr>
          <p:cNvPicPr>
            <a:picLocks noChangeAspect="1"/>
          </p:cNvPicPr>
          <p:nvPr/>
        </p:nvPicPr>
        <p:blipFill>
          <a:blip r:embed="rId3"/>
          <a:stretch>
            <a:fillRect/>
          </a:stretch>
        </p:blipFill>
        <p:spPr>
          <a:xfrm>
            <a:off x="174780" y="278036"/>
            <a:ext cx="976196" cy="798645"/>
          </a:xfrm>
          <a:prstGeom prst="rect">
            <a:avLst/>
          </a:prstGeom>
        </p:spPr>
      </p:pic>
      <p:pic>
        <p:nvPicPr>
          <p:cNvPr id="6" name="Image 5">
            <a:extLst>
              <a:ext uri="{FF2B5EF4-FFF2-40B4-BE49-F238E27FC236}">
                <a16:creationId xmlns:a16="http://schemas.microsoft.com/office/drawing/2014/main" id="{359C8634-E9E4-02C3-4F60-A6736CB1D84C}"/>
              </a:ext>
            </a:extLst>
          </p:cNvPr>
          <p:cNvPicPr>
            <a:picLocks noChangeAspect="1"/>
          </p:cNvPicPr>
          <p:nvPr/>
        </p:nvPicPr>
        <p:blipFill>
          <a:blip r:embed="rId4"/>
          <a:stretch>
            <a:fillRect/>
          </a:stretch>
        </p:blipFill>
        <p:spPr>
          <a:xfrm>
            <a:off x="179472" y="1445707"/>
            <a:ext cx="971550" cy="819150"/>
          </a:xfrm>
          <a:prstGeom prst="rect">
            <a:avLst/>
          </a:prstGeom>
        </p:spPr>
      </p:pic>
      <p:pic>
        <p:nvPicPr>
          <p:cNvPr id="10" name="Image 9">
            <a:extLst>
              <a:ext uri="{FF2B5EF4-FFF2-40B4-BE49-F238E27FC236}">
                <a16:creationId xmlns:a16="http://schemas.microsoft.com/office/drawing/2014/main" id="{67C6E9DC-1334-DD1A-DE5B-9B07456217EC}"/>
              </a:ext>
            </a:extLst>
          </p:cNvPr>
          <p:cNvPicPr>
            <a:picLocks noChangeAspect="1"/>
          </p:cNvPicPr>
          <p:nvPr/>
        </p:nvPicPr>
        <p:blipFill rotWithShape="1">
          <a:blip r:embed="rId5"/>
          <a:srcRect l="3165" t="1903" r="1442" b="845"/>
          <a:stretch/>
        </p:blipFill>
        <p:spPr>
          <a:xfrm>
            <a:off x="1942911" y="2373625"/>
            <a:ext cx="4716696" cy="26447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8"/>
          <p:cNvSpPr txBox="1">
            <a:spLocks noGrp="1"/>
          </p:cNvSpPr>
          <p:nvPr>
            <p:ph type="title"/>
          </p:nvPr>
        </p:nvSpPr>
        <p:spPr>
          <a:xfrm>
            <a:off x="2299822" y="99937"/>
            <a:ext cx="4101763" cy="57264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b="1" u="sng" dirty="0">
                <a:solidFill>
                  <a:schemeClr val="accent6"/>
                </a:solidFill>
              </a:rPr>
              <a:t>Le microcontrôleur</a:t>
            </a:r>
            <a:endParaRPr b="1" u="sng" dirty="0">
              <a:solidFill>
                <a:schemeClr val="accent6"/>
              </a:solidFill>
            </a:endParaRPr>
          </a:p>
        </p:txBody>
      </p:sp>
      <p:sp>
        <p:nvSpPr>
          <p:cNvPr id="555" name="Google Shape;555;p38"/>
          <p:cNvSpPr txBox="1">
            <a:spLocks noGrp="1"/>
          </p:cNvSpPr>
          <p:nvPr>
            <p:ph type="subTitle" idx="1"/>
          </p:nvPr>
        </p:nvSpPr>
        <p:spPr>
          <a:xfrm>
            <a:off x="307181" y="672581"/>
            <a:ext cx="8772525" cy="4129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200" dirty="0">
                <a:latin typeface="+mn-lt"/>
              </a:rPr>
              <a:t>Un microcontrôleur est un circuit hautement intégré qui rassemble, sur une puce, la plus part ou tout les parties nécessaire d'un ordinateur. Le microcontrôleur comprend généralement: CPU (Central </a:t>
            </a:r>
            <a:r>
              <a:rPr lang="fr-FR" sz="1200" dirty="0" err="1">
                <a:latin typeface="+mn-lt"/>
              </a:rPr>
              <a:t>Processing</a:t>
            </a:r>
            <a:r>
              <a:rPr lang="fr-FR" sz="1200" dirty="0">
                <a:latin typeface="+mn-lt"/>
              </a:rPr>
              <a:t> Unit), la mémoire RAM (</a:t>
            </a:r>
            <a:r>
              <a:rPr lang="fr-FR" sz="1200" dirty="0" err="1">
                <a:latin typeface="+mn-lt"/>
              </a:rPr>
              <a:t>Random</a:t>
            </a:r>
            <a:r>
              <a:rPr lang="fr-FR" sz="1200" dirty="0">
                <a:latin typeface="+mn-lt"/>
              </a:rPr>
              <a:t> Access Memory), EPROM / PROM / ROM (programmable effaçable Read </a:t>
            </a:r>
            <a:r>
              <a:rPr lang="fr-FR" sz="1200" dirty="0" err="1">
                <a:latin typeface="+mn-lt"/>
              </a:rPr>
              <a:t>Only</a:t>
            </a:r>
            <a:r>
              <a:rPr lang="fr-FR" sz="1200" dirty="0">
                <a:latin typeface="+mn-lt"/>
              </a:rPr>
              <a:t> Memory), I / O (entrée / sortie),des </a:t>
            </a:r>
            <a:r>
              <a:rPr lang="fr-FR" sz="1200" dirty="0" err="1">
                <a:latin typeface="+mn-lt"/>
              </a:rPr>
              <a:t>timers</a:t>
            </a:r>
            <a:r>
              <a:rPr lang="fr-FR" sz="1200" dirty="0">
                <a:latin typeface="+mn-lt"/>
              </a:rPr>
              <a:t>.</a:t>
            </a:r>
          </a:p>
          <a:p>
            <a:pPr marL="0" lvl="0" indent="0" algn="l" rtl="0">
              <a:spcBef>
                <a:spcPts val="0"/>
              </a:spcBef>
              <a:spcAft>
                <a:spcPts val="0"/>
              </a:spcAft>
              <a:buNone/>
            </a:pPr>
            <a:endParaRPr lang="fr-FR" sz="1200" dirty="0">
              <a:latin typeface="+mn-lt"/>
            </a:endParaRPr>
          </a:p>
          <a:p>
            <a:pPr marL="0" lvl="0" indent="0" algn="l" rtl="0">
              <a:spcBef>
                <a:spcPts val="0"/>
              </a:spcBef>
              <a:spcAft>
                <a:spcPts val="0"/>
              </a:spcAft>
              <a:buNone/>
            </a:pPr>
            <a:r>
              <a:rPr lang="fr-FR" sz="1200" b="1" dirty="0">
                <a:solidFill>
                  <a:srgbClr val="FF0000"/>
                </a:solidFill>
                <a:latin typeface="+mn-lt"/>
              </a:rPr>
              <a:t>Langage de programmation d'un microcontrôleur</a:t>
            </a:r>
            <a:r>
              <a:rPr lang="fr-FR" sz="1200" b="1" dirty="0">
                <a:latin typeface="+mn-lt"/>
              </a:rPr>
              <a:t>: </a:t>
            </a:r>
            <a:r>
              <a:rPr lang="fr-FR" sz="1200" dirty="0">
                <a:latin typeface="+mn-lt"/>
              </a:rPr>
              <a:t>Le C est un langage de programmation impératif conçu pour la programmation système. Inventé au début des années 1970 avec UNIX, C est devenu un des langages les plus utilisés. De nombreux langage lus modernes comme C++, Java et PHP reprennent des aspects de C. Toutefois, les professionnels placent le langage C en tête de liste pour plusieurs raisons :</a:t>
            </a:r>
          </a:p>
          <a:p>
            <a:pPr marL="0" lvl="0" indent="0" algn="l" rtl="0">
              <a:spcBef>
                <a:spcPts val="0"/>
              </a:spcBef>
              <a:spcAft>
                <a:spcPts val="0"/>
              </a:spcAft>
              <a:buNone/>
            </a:pPr>
            <a:endParaRPr lang="fr-FR" sz="1200" dirty="0">
              <a:latin typeface="+mn-lt"/>
            </a:endParaRPr>
          </a:p>
          <a:p>
            <a:pPr marL="0" lvl="0" indent="0" algn="l" rtl="0">
              <a:spcBef>
                <a:spcPts val="0"/>
              </a:spcBef>
              <a:spcAft>
                <a:spcPts val="0"/>
              </a:spcAft>
              <a:buNone/>
            </a:pPr>
            <a:r>
              <a:rPr lang="fr-FR" sz="1200" dirty="0">
                <a:latin typeface="+mn-lt"/>
              </a:rPr>
              <a:t>-Il est souple et puissant.</a:t>
            </a:r>
          </a:p>
          <a:p>
            <a:pPr marL="0" lvl="0" indent="0" algn="l" rtl="0">
              <a:spcBef>
                <a:spcPts val="0"/>
              </a:spcBef>
              <a:spcAft>
                <a:spcPts val="0"/>
              </a:spcAft>
              <a:buNone/>
            </a:pPr>
            <a:endParaRPr lang="fr-FR" sz="1200" dirty="0">
              <a:latin typeface="+mn-lt"/>
            </a:endParaRPr>
          </a:p>
          <a:p>
            <a:pPr marL="0" lvl="0" indent="0" algn="l" rtl="0">
              <a:spcBef>
                <a:spcPts val="0"/>
              </a:spcBef>
              <a:spcAft>
                <a:spcPts val="0"/>
              </a:spcAft>
              <a:buNone/>
            </a:pPr>
            <a:r>
              <a:rPr lang="fr-FR" sz="1200" dirty="0">
                <a:latin typeface="+mn-lt"/>
              </a:rPr>
              <a:t>-Lorsqu'il nouvelle architecture (nouveau processeur, nouveau système d'exploitation...) apparait, le premier langage disponible est généralement le C car contrairement à d'autres, il est facile porter. De plus, un compilateur est souvent disponible sur les ordinateurs.</a:t>
            </a:r>
          </a:p>
          <a:p>
            <a:pPr marL="0" lvl="0" indent="0" algn="l" rtl="0">
              <a:spcBef>
                <a:spcPts val="0"/>
              </a:spcBef>
              <a:spcAft>
                <a:spcPts val="0"/>
              </a:spcAft>
              <a:buNone/>
            </a:pPr>
            <a:endParaRPr lang="fr-FR" sz="1200" dirty="0">
              <a:latin typeface="+mn-lt"/>
            </a:endParaRPr>
          </a:p>
          <a:p>
            <a:pPr marL="0" lvl="0" indent="0" algn="l" rtl="0">
              <a:spcBef>
                <a:spcPts val="0"/>
              </a:spcBef>
              <a:spcAft>
                <a:spcPts val="0"/>
              </a:spcAft>
              <a:buNone/>
            </a:pPr>
            <a:r>
              <a:rPr lang="fr-FR" sz="1200" dirty="0">
                <a:latin typeface="+mn-lt"/>
              </a:rPr>
              <a:t>-Le C est un langage portable. Cela signifie qu'un programme C écrit pour un type d'ordinateur (un PC IBM, par exemple) peut être compilé pour tourner sur un autre système.</a:t>
            </a:r>
          </a:p>
          <a:p>
            <a:pPr marL="0" lvl="0" indent="0" algn="l" rtl="0">
              <a:spcBef>
                <a:spcPts val="0"/>
              </a:spcBef>
              <a:spcAft>
                <a:spcPts val="0"/>
              </a:spcAft>
              <a:buNone/>
            </a:pPr>
            <a:endParaRPr lang="fr-FR" sz="1200" dirty="0">
              <a:latin typeface="+mn-lt"/>
            </a:endParaRPr>
          </a:p>
          <a:p>
            <a:pPr marL="0" lvl="0" indent="0" algn="l" rtl="0">
              <a:spcBef>
                <a:spcPts val="0"/>
              </a:spcBef>
              <a:spcAft>
                <a:spcPts val="0"/>
              </a:spcAft>
              <a:buNone/>
            </a:pPr>
            <a:r>
              <a:rPr lang="fr-FR" sz="1200" dirty="0">
                <a:latin typeface="+mn-lt"/>
              </a:rPr>
              <a:t>-Le langage C contient peu de mots.</a:t>
            </a:r>
          </a:p>
          <a:p>
            <a:pPr marL="0" lvl="0" indent="0" algn="l" rtl="0">
              <a:spcBef>
                <a:spcPts val="0"/>
              </a:spcBef>
              <a:spcAft>
                <a:spcPts val="0"/>
              </a:spcAft>
              <a:buNone/>
            </a:pPr>
            <a:endParaRPr lang="fr-FR" sz="1200" dirty="0">
              <a:latin typeface="+mn-lt"/>
            </a:endParaRPr>
          </a:p>
          <a:p>
            <a:pPr marL="0" lvl="0" indent="0" algn="l" rtl="0">
              <a:spcBef>
                <a:spcPts val="0"/>
              </a:spcBef>
              <a:spcAft>
                <a:spcPts val="0"/>
              </a:spcAft>
              <a:buNone/>
            </a:pPr>
            <a:r>
              <a:rPr lang="fr-FR" sz="1200" dirty="0">
                <a:latin typeface="+mn-lt"/>
              </a:rPr>
              <a:t>-Le langage C est modulaire. Son code peut être écrit sous forme de sous programme appelés fonctions.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9" name="Google Shape;599;p39"/>
          <p:cNvSpPr txBox="1">
            <a:spLocks noGrp="1"/>
          </p:cNvSpPr>
          <p:nvPr>
            <p:ph type="title"/>
          </p:nvPr>
        </p:nvSpPr>
        <p:spPr>
          <a:xfrm>
            <a:off x="2218240" y="55639"/>
            <a:ext cx="3691894" cy="48341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3400" b="1" u="sng" dirty="0">
                <a:solidFill>
                  <a:schemeClr val="accent6"/>
                </a:solidFill>
              </a:rPr>
              <a:t>Arduino</a:t>
            </a:r>
            <a:endParaRPr sz="3400" b="1" u="sng" dirty="0">
              <a:solidFill>
                <a:schemeClr val="accent6"/>
              </a:solidFill>
            </a:endParaRPr>
          </a:p>
        </p:txBody>
      </p:sp>
      <p:sp>
        <p:nvSpPr>
          <p:cNvPr id="7" name="ZoneTexte 6">
            <a:extLst>
              <a:ext uri="{FF2B5EF4-FFF2-40B4-BE49-F238E27FC236}">
                <a16:creationId xmlns:a16="http://schemas.microsoft.com/office/drawing/2014/main" id="{C846C2BB-E6DC-B58D-65CA-DEEDD8B6A82E}"/>
              </a:ext>
            </a:extLst>
          </p:cNvPr>
          <p:cNvSpPr txBox="1"/>
          <p:nvPr/>
        </p:nvSpPr>
        <p:spPr>
          <a:xfrm>
            <a:off x="402776" y="623048"/>
            <a:ext cx="7935197" cy="3600986"/>
          </a:xfrm>
          <a:prstGeom prst="rect">
            <a:avLst/>
          </a:prstGeom>
          <a:noFill/>
        </p:spPr>
        <p:txBody>
          <a:bodyPr wrap="square">
            <a:spAutoFit/>
          </a:bodyPr>
          <a:lstStyle/>
          <a:p>
            <a:r>
              <a:rPr lang="fr-FR" sz="1200" dirty="0">
                <a:solidFill>
                  <a:schemeClr val="bg1"/>
                </a:solidFill>
              </a:rPr>
              <a:t>Elle est considérée comme un grand équipement électronique pour les amateurs ainsi que les professionnels, l'Arduino est un puissant ordinateur à carte unique avec une utilisation facile à adapter. C'est une open source, ce qui signifie que vous devez payer son matériel et le logiciel requis est gratuit. Son logiciel est basé sur la puce </a:t>
            </a:r>
            <a:r>
              <a:rPr lang="fr-FR" sz="1200" dirty="0" err="1">
                <a:solidFill>
                  <a:schemeClr val="bg1"/>
                </a:solidFill>
              </a:rPr>
              <a:t>ATMega</a:t>
            </a:r>
            <a:r>
              <a:rPr lang="fr-FR" sz="1200" dirty="0">
                <a:solidFill>
                  <a:schemeClr val="bg1"/>
                </a:solidFill>
              </a:rPr>
              <a:t>.</a:t>
            </a:r>
          </a:p>
          <a:p>
            <a:r>
              <a:rPr lang="fr-FR" sz="1200" dirty="0">
                <a:solidFill>
                  <a:schemeClr val="bg1"/>
                </a:solidFill>
              </a:rPr>
              <a:t>La carte Arduino repose sur un circuit intégré (un microcontrôleur) associée à des entrées et sorties qui permettent à l'utilisateur de brancher différents types d'éléments externes :</a:t>
            </a:r>
          </a:p>
          <a:p>
            <a:endParaRPr lang="fr-FR" sz="1200" dirty="0">
              <a:solidFill>
                <a:schemeClr val="bg1"/>
              </a:solidFill>
            </a:endParaRPr>
          </a:p>
          <a:p>
            <a:r>
              <a:rPr lang="fr-FR" sz="1200" dirty="0">
                <a:solidFill>
                  <a:schemeClr val="bg1"/>
                </a:solidFill>
              </a:rPr>
              <a:t> - Côté entrées, des capteurs qui collectent des informations sur leur environnement comme la variation de                                                  </a:t>
            </a:r>
          </a:p>
          <a:p>
            <a:r>
              <a:rPr lang="fr-FR" sz="1200" dirty="0">
                <a:solidFill>
                  <a:schemeClr val="bg1"/>
                </a:solidFill>
              </a:rPr>
              <a:t>   température via une sonde thermique, le mouvement via un détecteur de présence ou un accéléromètre, le </a:t>
            </a:r>
          </a:p>
          <a:p>
            <a:r>
              <a:rPr lang="fr-FR" sz="1200" dirty="0">
                <a:solidFill>
                  <a:schemeClr val="bg1"/>
                </a:solidFill>
              </a:rPr>
              <a:t>   contact via un bouton-poussoir, etc...</a:t>
            </a:r>
          </a:p>
          <a:p>
            <a:endParaRPr lang="fr-FR" sz="1200" dirty="0">
              <a:solidFill>
                <a:schemeClr val="bg1"/>
              </a:solidFill>
            </a:endParaRPr>
          </a:p>
          <a:p>
            <a:endParaRPr lang="fr-FR" sz="1200" dirty="0">
              <a:solidFill>
                <a:schemeClr val="bg1"/>
              </a:solidFill>
            </a:endParaRPr>
          </a:p>
          <a:p>
            <a:endParaRPr lang="fr-FR" sz="1200" dirty="0">
              <a:solidFill>
                <a:schemeClr val="bg1"/>
              </a:solidFill>
            </a:endParaRPr>
          </a:p>
          <a:p>
            <a:endParaRPr lang="fr-FR" sz="1200" dirty="0">
              <a:solidFill>
                <a:schemeClr val="bg1"/>
              </a:solidFill>
            </a:endParaRPr>
          </a:p>
          <a:p>
            <a:endParaRPr lang="fr-FR" sz="1200" dirty="0">
              <a:solidFill>
                <a:schemeClr val="bg1"/>
              </a:solidFill>
            </a:endParaRPr>
          </a:p>
          <a:p>
            <a:endParaRPr lang="fr-FR" sz="1200" dirty="0">
              <a:solidFill>
                <a:schemeClr val="bg1"/>
              </a:solidFill>
            </a:endParaRPr>
          </a:p>
          <a:p>
            <a:r>
              <a:rPr lang="fr-FR" sz="1200" dirty="0">
                <a:solidFill>
                  <a:schemeClr val="bg1"/>
                </a:solidFill>
              </a:rPr>
              <a:t> - Côté sorties, des actionneurs qui agissent sur le mode physique telle une petite lampe, un moteur, haut parleur...</a:t>
            </a:r>
          </a:p>
          <a:p>
            <a:endParaRPr lang="fr-FR" sz="1200" dirty="0">
              <a:solidFill>
                <a:schemeClr val="bg1"/>
              </a:solidFill>
            </a:endParaRPr>
          </a:p>
          <a:p>
            <a:endParaRPr lang="fr-FR" sz="1200" dirty="0">
              <a:solidFill>
                <a:schemeClr val="bg1"/>
              </a:solidFill>
            </a:endParaRPr>
          </a:p>
        </p:txBody>
      </p:sp>
      <p:pic>
        <p:nvPicPr>
          <p:cNvPr id="9" name="Image 8">
            <a:extLst>
              <a:ext uri="{FF2B5EF4-FFF2-40B4-BE49-F238E27FC236}">
                <a16:creationId xmlns:a16="http://schemas.microsoft.com/office/drawing/2014/main" id="{CBD727AD-D829-3333-AD88-D345EA30FBFF}"/>
              </a:ext>
            </a:extLst>
          </p:cNvPr>
          <p:cNvPicPr>
            <a:picLocks noChangeAspect="1"/>
          </p:cNvPicPr>
          <p:nvPr/>
        </p:nvPicPr>
        <p:blipFill>
          <a:blip r:embed="rId3"/>
          <a:stretch>
            <a:fillRect/>
          </a:stretch>
        </p:blipFill>
        <p:spPr>
          <a:xfrm>
            <a:off x="1868224" y="2571750"/>
            <a:ext cx="4276725" cy="938046"/>
          </a:xfrm>
          <a:prstGeom prst="rect">
            <a:avLst/>
          </a:prstGeom>
        </p:spPr>
      </p:pic>
      <p:pic>
        <p:nvPicPr>
          <p:cNvPr id="11" name="Image 10">
            <a:extLst>
              <a:ext uri="{FF2B5EF4-FFF2-40B4-BE49-F238E27FC236}">
                <a16:creationId xmlns:a16="http://schemas.microsoft.com/office/drawing/2014/main" id="{447EBFD6-3374-CD29-9D5F-56FEE7E09EBE}"/>
              </a:ext>
            </a:extLst>
          </p:cNvPr>
          <p:cNvPicPr>
            <a:picLocks noChangeAspect="1"/>
          </p:cNvPicPr>
          <p:nvPr/>
        </p:nvPicPr>
        <p:blipFill>
          <a:blip r:embed="rId4"/>
          <a:stretch>
            <a:fillRect/>
          </a:stretch>
        </p:blipFill>
        <p:spPr>
          <a:xfrm>
            <a:off x="1868223" y="3908619"/>
            <a:ext cx="4276725" cy="9810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40"/>
          <p:cNvSpPr txBox="1">
            <a:spLocks noGrp="1"/>
          </p:cNvSpPr>
          <p:nvPr>
            <p:ph type="title"/>
          </p:nvPr>
        </p:nvSpPr>
        <p:spPr>
          <a:xfrm>
            <a:off x="1531172" y="0"/>
            <a:ext cx="6081656" cy="531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FR" sz="3200" b="1" u="sng" dirty="0">
                <a:solidFill>
                  <a:schemeClr val="accent6"/>
                </a:solidFill>
              </a:rPr>
              <a:t>La conception d’un robot mobile</a:t>
            </a:r>
            <a:endParaRPr sz="3200" b="1" u="sng" dirty="0">
              <a:solidFill>
                <a:schemeClr val="accent6"/>
              </a:solidFill>
            </a:endParaRPr>
          </a:p>
        </p:txBody>
      </p:sp>
      <p:sp>
        <p:nvSpPr>
          <p:cNvPr id="667" name="Google Shape;667;p40"/>
          <p:cNvSpPr/>
          <p:nvPr/>
        </p:nvSpPr>
        <p:spPr>
          <a:xfrm>
            <a:off x="8523900" y="4143213"/>
            <a:ext cx="1240200" cy="1240200"/>
          </a:xfrm>
          <a:prstGeom prst="donut">
            <a:avLst>
              <a:gd name="adj" fmla="val 772"/>
            </a:avLst>
          </a:pr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ZoneTexte 14">
            <a:extLst>
              <a:ext uri="{FF2B5EF4-FFF2-40B4-BE49-F238E27FC236}">
                <a16:creationId xmlns:a16="http://schemas.microsoft.com/office/drawing/2014/main" id="{FA49C20F-3462-229A-E43A-7EFBB43513DC}"/>
              </a:ext>
            </a:extLst>
          </p:cNvPr>
          <p:cNvSpPr txBox="1"/>
          <p:nvPr/>
        </p:nvSpPr>
        <p:spPr>
          <a:xfrm>
            <a:off x="72000" y="581108"/>
            <a:ext cx="9072000" cy="1015663"/>
          </a:xfrm>
          <a:prstGeom prst="rect">
            <a:avLst/>
          </a:prstGeom>
          <a:noFill/>
        </p:spPr>
        <p:txBody>
          <a:bodyPr wrap="square">
            <a:spAutoFit/>
          </a:bodyPr>
          <a:lstStyle/>
          <a:p>
            <a:r>
              <a:rPr lang="fr-FR" sz="1200" dirty="0">
                <a:solidFill>
                  <a:schemeClr val="bg1"/>
                </a:solidFill>
              </a:rPr>
              <a:t>Le but essentiel de notre travail est d'utiliser </a:t>
            </a:r>
            <a:r>
              <a:rPr lang="fr-FR" sz="1200" dirty="0" err="1">
                <a:solidFill>
                  <a:schemeClr val="bg1"/>
                </a:solidFill>
              </a:rPr>
              <a:t>l'arduino</a:t>
            </a:r>
            <a:r>
              <a:rPr lang="fr-FR" sz="1200" dirty="0">
                <a:solidFill>
                  <a:schemeClr val="bg1"/>
                </a:solidFill>
              </a:rPr>
              <a:t> pour commander un robot mobile a trois roues, et pour pouvoir le commander on doit le connecter a des </a:t>
            </a:r>
            <a:r>
              <a:rPr lang="fr-FR" sz="1200" dirty="0" err="1">
                <a:solidFill>
                  <a:schemeClr val="bg1"/>
                </a:solidFill>
              </a:rPr>
              <a:t>compansants</a:t>
            </a:r>
            <a:r>
              <a:rPr lang="fr-FR" sz="1200" dirty="0">
                <a:solidFill>
                  <a:schemeClr val="bg1"/>
                </a:solidFill>
              </a:rPr>
              <a:t> de base puis a une carte </a:t>
            </a:r>
            <a:r>
              <a:rPr lang="fr-FR" sz="1200" dirty="0" err="1">
                <a:solidFill>
                  <a:schemeClr val="bg1"/>
                </a:solidFill>
              </a:rPr>
              <a:t>arduino</a:t>
            </a:r>
            <a:r>
              <a:rPr lang="fr-FR" sz="1200" dirty="0">
                <a:solidFill>
                  <a:schemeClr val="bg1"/>
                </a:solidFill>
              </a:rPr>
              <a:t> qui contient le programme qui nous permet de gérer tout les applications de ce robot.</a:t>
            </a:r>
          </a:p>
          <a:p>
            <a:endParaRPr lang="fr-FR" sz="1200" b="1" dirty="0">
              <a:solidFill>
                <a:srgbClr val="FF0000"/>
              </a:solidFill>
            </a:endParaRPr>
          </a:p>
          <a:p>
            <a:r>
              <a:rPr lang="fr-FR" sz="1200" b="1" i="0" u="sng" dirty="0">
                <a:solidFill>
                  <a:srgbClr val="FF0000"/>
                </a:solidFill>
                <a:effectLst/>
                <a:latin typeface="+mn-lt"/>
              </a:rPr>
              <a:t>Liste des composants </a:t>
            </a:r>
            <a:r>
              <a:rPr lang="fr-FR" sz="1200" b="1" u="sng" dirty="0">
                <a:solidFill>
                  <a:srgbClr val="FF0000"/>
                </a:solidFill>
                <a:latin typeface="+mn-lt"/>
              </a:rPr>
              <a:t>du </a:t>
            </a:r>
            <a:r>
              <a:rPr lang="fr-FR" sz="1200" b="1" u="sng" dirty="0">
                <a:solidFill>
                  <a:srgbClr val="FF0000"/>
                </a:solidFill>
              </a:rPr>
              <a:t>robot mobile:</a:t>
            </a:r>
          </a:p>
        </p:txBody>
      </p:sp>
      <p:pic>
        <p:nvPicPr>
          <p:cNvPr id="5" name="Image 4">
            <a:extLst>
              <a:ext uri="{FF2B5EF4-FFF2-40B4-BE49-F238E27FC236}">
                <a16:creationId xmlns:a16="http://schemas.microsoft.com/office/drawing/2014/main" id="{33058755-5E0E-261E-F0C4-EB13EBA3D310}"/>
              </a:ext>
            </a:extLst>
          </p:cNvPr>
          <p:cNvPicPr>
            <a:picLocks noChangeAspect="1"/>
          </p:cNvPicPr>
          <p:nvPr/>
        </p:nvPicPr>
        <p:blipFill rotWithShape="1">
          <a:blip r:embed="rId3"/>
          <a:srcRect l="30766" t="23845" r="32988" b="23961"/>
          <a:stretch/>
        </p:blipFill>
        <p:spPr>
          <a:xfrm>
            <a:off x="2001600" y="1710223"/>
            <a:ext cx="4838400" cy="32873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5" name="ZoneTexte 4">
            <a:extLst>
              <a:ext uri="{FF2B5EF4-FFF2-40B4-BE49-F238E27FC236}">
                <a16:creationId xmlns:a16="http://schemas.microsoft.com/office/drawing/2014/main" id="{30BD4C4B-630B-3035-21A5-A3621A00CFC8}"/>
              </a:ext>
            </a:extLst>
          </p:cNvPr>
          <p:cNvSpPr txBox="1"/>
          <p:nvPr/>
        </p:nvSpPr>
        <p:spPr>
          <a:xfrm>
            <a:off x="238760" y="433699"/>
            <a:ext cx="8783320" cy="4401205"/>
          </a:xfrm>
          <a:prstGeom prst="rect">
            <a:avLst/>
          </a:prstGeom>
          <a:noFill/>
        </p:spPr>
        <p:txBody>
          <a:bodyPr wrap="square">
            <a:spAutoFit/>
          </a:bodyPr>
          <a:lstStyle/>
          <a:p>
            <a:r>
              <a:rPr lang="fr-FR" dirty="0">
                <a:solidFill>
                  <a:schemeClr val="bg1"/>
                </a:solidFill>
              </a:rPr>
              <a:t>Les deux moteurs à courant continu transforment l’énergie électrique générée par la pile 9V en énergie mécanique de rotation.</a:t>
            </a:r>
          </a:p>
          <a:p>
            <a:endParaRPr lang="fr-FR" dirty="0">
              <a:solidFill>
                <a:schemeClr val="bg1"/>
              </a:solidFill>
            </a:endParaRPr>
          </a:p>
          <a:p>
            <a:r>
              <a:rPr lang="fr-FR" dirty="0">
                <a:solidFill>
                  <a:schemeClr val="bg1"/>
                </a:solidFill>
              </a:rPr>
              <a:t>Les deux diodes permet au courant de circuler facilement dans une direction, mais restreint fortement le courant de circuler dans la direction opposée.</a:t>
            </a:r>
          </a:p>
          <a:p>
            <a:endParaRPr lang="fr-FR" dirty="0">
              <a:solidFill>
                <a:schemeClr val="bg1"/>
              </a:solidFill>
            </a:endParaRPr>
          </a:p>
          <a:p>
            <a:r>
              <a:rPr lang="fr-FR" dirty="0">
                <a:solidFill>
                  <a:schemeClr val="bg1"/>
                </a:solidFill>
              </a:rPr>
              <a:t>On utilise les deux résistances afin de contrôler l'intensité du courant dans les différents segments du circuit.</a:t>
            </a:r>
          </a:p>
          <a:p>
            <a:endParaRPr lang="fr-FR" dirty="0">
              <a:solidFill>
                <a:schemeClr val="bg1"/>
              </a:solidFill>
            </a:endParaRPr>
          </a:p>
          <a:p>
            <a:r>
              <a:rPr lang="fr-FR" dirty="0">
                <a:solidFill>
                  <a:schemeClr val="bg1"/>
                </a:solidFill>
              </a:rPr>
              <a:t>Les deux transistors sont de type </a:t>
            </a:r>
            <a:r>
              <a:rPr lang="fr-FR" dirty="0" err="1">
                <a:solidFill>
                  <a:schemeClr val="bg1"/>
                </a:solidFill>
              </a:rPr>
              <a:t>nMOS</a:t>
            </a:r>
            <a:r>
              <a:rPr lang="fr-FR" dirty="0">
                <a:solidFill>
                  <a:schemeClr val="bg1"/>
                </a:solidFill>
              </a:rPr>
              <a:t> (MOSFET), ce dernier est un type de transistor à effet de champ. Comme tous les transistors, le MOSFET module le courant qui le traverse à l'aide d'un signal appliqué sur son électrode nommée grille.</a:t>
            </a:r>
          </a:p>
          <a:p>
            <a:endParaRPr lang="fr-FR" dirty="0">
              <a:solidFill>
                <a:schemeClr val="bg1"/>
              </a:solidFill>
            </a:endParaRPr>
          </a:p>
          <a:p>
            <a:r>
              <a:rPr lang="fr-FR" dirty="0">
                <a:solidFill>
                  <a:schemeClr val="bg1"/>
                </a:solidFill>
              </a:rPr>
              <a:t>Un potentiomètre est un type de résistance variable à trois bornes, les potentiomètres permettent de convertir un déplacement ou une rotation vers d'autres grandeurs physiques (résistance/tension/courant). Ce principe permet de réaliser des capteurs. Dans notre projet on utilise le potentiomètre 1 pour contrôler les deux moteurs et le potentiomètre 2 pour contrôler le servomoteur.</a:t>
            </a:r>
          </a:p>
          <a:p>
            <a:endParaRPr lang="fr-FR" dirty="0">
              <a:solidFill>
                <a:schemeClr val="bg1"/>
              </a:solidFill>
            </a:endParaRPr>
          </a:p>
          <a:p>
            <a:r>
              <a:rPr lang="fr-FR" dirty="0">
                <a:solidFill>
                  <a:schemeClr val="bg1"/>
                </a:solidFill>
              </a:rPr>
              <a:t>Un servomoteur est un système motorisé capable d'atteindre des positions prédéterminées, puis de les maintenir. Le servomoteur appartient au groupe des moteurs électriques et se caractérise essentiellement par sa très grande capacité de régulation et par les possibilités de commande qui en découlent.</a:t>
            </a:r>
          </a:p>
        </p:txBody>
      </p:sp>
      <p:sp>
        <p:nvSpPr>
          <p:cNvPr id="7" name="ZoneTexte 6">
            <a:extLst>
              <a:ext uri="{FF2B5EF4-FFF2-40B4-BE49-F238E27FC236}">
                <a16:creationId xmlns:a16="http://schemas.microsoft.com/office/drawing/2014/main" id="{95ECAFE2-480D-2D02-DE4B-A0C9FA719B56}"/>
              </a:ext>
            </a:extLst>
          </p:cNvPr>
          <p:cNvSpPr txBox="1"/>
          <p:nvPr/>
        </p:nvSpPr>
        <p:spPr>
          <a:xfrm>
            <a:off x="2069254" y="125922"/>
            <a:ext cx="4853092" cy="307777"/>
          </a:xfrm>
          <a:prstGeom prst="rect">
            <a:avLst/>
          </a:prstGeom>
          <a:noFill/>
        </p:spPr>
        <p:txBody>
          <a:bodyPr wrap="square">
            <a:spAutoFit/>
          </a:bodyPr>
          <a:lstStyle/>
          <a:p>
            <a:r>
              <a:rPr lang="fr-FR" b="1" u="sng" dirty="0">
                <a:solidFill>
                  <a:srgbClr val="FF0000"/>
                </a:solidFill>
              </a:rPr>
              <a:t>Fonctionnement des composants du robot mobile: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pic>
        <p:nvPicPr>
          <p:cNvPr id="5" name="Image 4">
            <a:extLst>
              <a:ext uri="{FF2B5EF4-FFF2-40B4-BE49-F238E27FC236}">
                <a16:creationId xmlns:a16="http://schemas.microsoft.com/office/drawing/2014/main" id="{98C18F08-14CA-47AA-C57B-36545F1201AC}"/>
              </a:ext>
            </a:extLst>
          </p:cNvPr>
          <p:cNvPicPr>
            <a:picLocks noChangeAspect="1"/>
          </p:cNvPicPr>
          <p:nvPr/>
        </p:nvPicPr>
        <p:blipFill rotWithShape="1">
          <a:blip r:embed="rId3"/>
          <a:srcRect l="13386" r="7874" b="2138"/>
          <a:stretch/>
        </p:blipFill>
        <p:spPr>
          <a:xfrm>
            <a:off x="0" y="748801"/>
            <a:ext cx="9144000" cy="4394700"/>
          </a:xfrm>
          <a:prstGeom prst="rect">
            <a:avLst/>
          </a:prstGeom>
        </p:spPr>
      </p:pic>
      <p:sp>
        <p:nvSpPr>
          <p:cNvPr id="6" name="Google Shape;1111;p42">
            <a:extLst>
              <a:ext uri="{FF2B5EF4-FFF2-40B4-BE49-F238E27FC236}">
                <a16:creationId xmlns:a16="http://schemas.microsoft.com/office/drawing/2014/main" id="{35A74DCE-B90A-EE40-67E8-5F33A1A98643}"/>
              </a:ext>
            </a:extLst>
          </p:cNvPr>
          <p:cNvSpPr txBox="1">
            <a:spLocks noGrp="1"/>
          </p:cNvSpPr>
          <p:nvPr>
            <p:ph type="title"/>
          </p:nvPr>
        </p:nvSpPr>
        <p:spPr>
          <a:xfrm>
            <a:off x="1825336" y="0"/>
            <a:ext cx="5493328" cy="748800"/>
          </a:xfrm>
          <a:prstGeom prst="rect">
            <a:avLst/>
          </a:prstGeom>
        </p:spPr>
        <p:txBody>
          <a:bodyPr spcFirstLastPara="1" wrap="square" lIns="91425" tIns="91425" rIns="91425" bIns="91425" anchor="t" anchorCtr="0">
            <a:noAutofit/>
          </a:bodyPr>
          <a:lstStyle/>
          <a:p>
            <a:pPr algn="l"/>
            <a:r>
              <a:rPr lang="fr-FR" b="1" u="sng" dirty="0">
                <a:solidFill>
                  <a:schemeClr val="accent6"/>
                </a:solidFill>
                <a:latin typeface="Georgia" panose="02040502050405020303" pitchFamily="18" charset="0"/>
              </a:rPr>
              <a:t>C</a:t>
            </a:r>
            <a:r>
              <a:rPr lang="fr-FR" b="1" i="0" u="sng" dirty="0">
                <a:solidFill>
                  <a:schemeClr val="accent6"/>
                </a:solidFill>
                <a:effectLst/>
                <a:latin typeface="Georgia" panose="02040502050405020303" pitchFamily="18" charset="0"/>
              </a:rPr>
              <a:t>ircuit du robot mobile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13D83511-BD05-D928-22B4-35027578EE95}"/>
              </a:ext>
            </a:extLst>
          </p:cNvPr>
          <p:cNvSpPr txBox="1"/>
          <p:nvPr/>
        </p:nvSpPr>
        <p:spPr>
          <a:xfrm>
            <a:off x="121210" y="1162714"/>
            <a:ext cx="4287592" cy="36009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#include &lt;</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Servo.h</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&gt;</a:t>
            </a: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endParaRP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pinMoteur1=3;</a:t>
            </a:r>
            <a:r>
              <a:rPr lang="fr-FR" sz="1200" dirty="0">
                <a:solidFill>
                  <a:srgbClr val="FFFFFF"/>
                </a:solidFill>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//Moteur 1 connecté en PIN3 (PWM)</a:t>
            </a: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pinMoteur2=6;</a:t>
            </a:r>
            <a:r>
              <a:rPr lang="fr-FR" sz="1200" dirty="0">
                <a:solidFill>
                  <a:srgbClr val="FFFFFF"/>
                </a:solidFill>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//Moteur 2 connecté en PIN6 (PWM)</a:t>
            </a: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potentiometre1 = 0;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//potentiomètre 1 sur A0</a:t>
            </a: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potentiometre2 = 1;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//potentiomètre </a:t>
            </a:r>
            <a:r>
              <a:rPr lang="fr-FR" sz="1200" dirty="0">
                <a:solidFill>
                  <a:schemeClr val="accent4"/>
                </a:solidFill>
                <a:latin typeface="Arial" panose="020B0604020202020204" pitchFamily="34" charset="0"/>
                <a:cs typeface="Assistant"/>
                <a:sym typeface="Assistant"/>
              </a:rPr>
              <a:t>2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sur A1</a:t>
            </a: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valeurpot1</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               //valeur potentiomètre 1</a:t>
            </a: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valeurpot2;</a:t>
            </a:r>
            <a:r>
              <a:rPr lang="fr-FR" sz="1200" dirty="0">
                <a:solidFill>
                  <a:srgbClr val="FFFFFF"/>
                </a:solidFill>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//valeur potentiomètre 2</a:t>
            </a: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rpm</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 35;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//valeur de la fréquence de rotation</a:t>
            </a:r>
          </a:p>
          <a:p>
            <a:pPr marL="0" marR="0" lvl="0" indent="0"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Servo servomoteur;</a:t>
            </a:r>
            <a:r>
              <a:rPr lang="fr-FR" sz="1200" dirty="0">
                <a:solidFill>
                  <a:srgbClr val="FFFFFF"/>
                </a:solidFill>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//Servomoteur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void</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setup(){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dirty="0">
                <a:solidFill>
                  <a:srgbClr val="FFFFFF"/>
                </a:solidFill>
                <a:latin typeface="Arial" panose="020B0604020202020204" pitchFamily="34" charset="0"/>
                <a:cs typeface="Assistant"/>
                <a:sym typeface="Assistant"/>
              </a:rPr>
              <a:t>   </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Serial.begin</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(9600);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pinMode</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(pinMoteur1,OUTPUT);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pinMode</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(pinMoteur2,OUTPUT);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servomoteur.attach</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(9);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//Défini PIN 9 comme servomoteur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a:t>
            </a:r>
          </a:p>
        </p:txBody>
      </p:sp>
      <p:cxnSp>
        <p:nvCxnSpPr>
          <p:cNvPr id="9" name="Connecteur droit 8">
            <a:extLst>
              <a:ext uri="{FF2B5EF4-FFF2-40B4-BE49-F238E27FC236}">
                <a16:creationId xmlns:a16="http://schemas.microsoft.com/office/drawing/2014/main" id="{ED22E8AF-2911-9056-E640-3C5F256540DE}"/>
              </a:ext>
            </a:extLst>
          </p:cNvPr>
          <p:cNvCxnSpPr>
            <a:cxnSpLocks/>
          </p:cNvCxnSpPr>
          <p:nvPr/>
        </p:nvCxnSpPr>
        <p:spPr>
          <a:xfrm>
            <a:off x="4401145" y="978048"/>
            <a:ext cx="10505" cy="4100407"/>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sp>
        <p:nvSpPr>
          <p:cNvPr id="12" name="ZoneTexte 11">
            <a:extLst>
              <a:ext uri="{FF2B5EF4-FFF2-40B4-BE49-F238E27FC236}">
                <a16:creationId xmlns:a16="http://schemas.microsoft.com/office/drawing/2014/main" id="{D46A2644-3855-544B-6037-D8EEE73433D8}"/>
              </a:ext>
            </a:extLst>
          </p:cNvPr>
          <p:cNvSpPr txBox="1"/>
          <p:nvPr/>
        </p:nvSpPr>
        <p:spPr>
          <a:xfrm>
            <a:off x="4424447" y="978048"/>
            <a:ext cx="4492805"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void</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loop</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a:t>
            </a:r>
            <a:r>
              <a:rPr kumimoji="0" lang="fr-FR" sz="1200" b="0" i="0" u="none" strike="noStrike" kern="0" cap="none" spc="0" normalizeH="0" baseline="0" noProof="0" dirty="0" err="1">
                <a:ln>
                  <a:noFill/>
                </a:ln>
                <a:solidFill>
                  <a:schemeClr val="accent4"/>
                </a:solidFill>
                <a:effectLst/>
                <a:uLnTx/>
                <a:uFillTx/>
                <a:latin typeface="Arial" panose="020B0604020202020204" pitchFamily="34" charset="0"/>
                <a:cs typeface="Assistant"/>
                <a:sym typeface="Assistant"/>
              </a:rPr>
              <a:t>maper</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 le potentiomètre 1  </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valeurpot1 =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analogRead</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(potentiometre1);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valeurpot1 =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map</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(valeurpot1, 0, 1023, 0,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rpm</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a:t>
            </a:r>
            <a:r>
              <a:rPr kumimoji="0" lang="fr-FR" sz="1200" b="0" i="0" u="none" strike="noStrike" kern="0" cap="none" spc="0" normalizeH="0" baseline="0" noProof="0" dirty="0" err="1">
                <a:ln>
                  <a:noFill/>
                </a:ln>
                <a:solidFill>
                  <a:schemeClr val="accent4"/>
                </a:solidFill>
                <a:effectLst/>
                <a:uLnTx/>
                <a:uFillTx/>
                <a:latin typeface="Arial" panose="020B0604020202020204" pitchFamily="34" charset="0"/>
                <a:cs typeface="Assistant"/>
                <a:sym typeface="Assistant"/>
              </a:rPr>
              <a:t>maper</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 le potentiomètre 2   </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int</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valeurpot2 =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analogRead</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(potentiometre2);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valeurpot2 =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map</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(valeurpot2, 0, 1023, 0, 180);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a:t>
            </a:r>
            <a:r>
              <a:rPr kumimoji="0" lang="fr-FR" sz="1200" b="0" i="0" u="none" strike="noStrike" kern="0" cap="none" spc="0" normalizeH="0" baseline="0" noProof="0" dirty="0" err="1">
                <a:ln>
                  <a:noFill/>
                </a:ln>
                <a:solidFill>
                  <a:schemeClr val="accent4"/>
                </a:solidFill>
                <a:effectLst/>
                <a:uLnTx/>
                <a:uFillTx/>
                <a:latin typeface="Arial" panose="020B0604020202020204" pitchFamily="34" charset="0"/>
                <a:cs typeface="Assistant"/>
                <a:sym typeface="Assistant"/>
              </a:rPr>
              <a:t>Controle</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 dans le moniteur de série   </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Serial.println</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(valeurpot1);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Serial.println</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(valeurpot2);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delay</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(15);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//transférer la valeur du potentiomètre 1 aux moteurs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analogWrite</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(pinMoteur1,valeurpot1);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analogWrite</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(pinMoteur2,valeurpot1);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delay</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(15);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r>
              <a:rPr kumimoji="0" lang="fr-FR" sz="1200" b="0" i="0" u="none" strike="noStrike" kern="0" cap="none" spc="0" normalizeH="0" baseline="0" noProof="0" dirty="0">
                <a:ln>
                  <a:noFill/>
                </a:ln>
                <a:solidFill>
                  <a:schemeClr val="accent4"/>
                </a:solidFill>
                <a:effectLst/>
                <a:uLnTx/>
                <a:uFillTx/>
                <a:latin typeface="Arial" panose="020B0604020202020204" pitchFamily="34" charset="0"/>
                <a:cs typeface="Assistant"/>
                <a:sym typeface="Assistant"/>
              </a:rPr>
              <a:t>//transférer la valeur du potentiomètre 2 au servomoteur  </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dirty="0">
                <a:solidFill>
                  <a:srgbClr val="FFFFFF"/>
                </a:solidFill>
                <a:latin typeface="Arial" panose="020B0604020202020204" pitchFamily="34" charset="0"/>
                <a:cs typeface="Assistant"/>
                <a:sym typeface="Assistant"/>
              </a:rPr>
              <a:t>         </a:t>
            </a:r>
            <a:r>
              <a:rPr kumimoji="0" lang="fr-FR" sz="1200" b="0" i="0" u="none" strike="noStrike" kern="0" cap="none" spc="0" normalizeH="0" baseline="0" noProof="0" dirty="0" err="1">
                <a:ln>
                  <a:noFill/>
                </a:ln>
                <a:solidFill>
                  <a:srgbClr val="FFFFFF"/>
                </a:solidFill>
                <a:effectLst/>
                <a:uLnTx/>
                <a:uFillTx/>
                <a:latin typeface="Arial" panose="020B0604020202020204" pitchFamily="34" charset="0"/>
                <a:cs typeface="Assistant"/>
                <a:sym typeface="Assistant"/>
              </a:rPr>
              <a:t>servomoteur.write</a:t>
            </a: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(valeurpot2);</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200" b="0" i="0" u="none" strike="noStrike" kern="0" cap="none" spc="0" normalizeH="0" baseline="0" noProof="0" dirty="0">
                <a:ln>
                  <a:noFill/>
                </a:ln>
                <a:solidFill>
                  <a:srgbClr val="FFFFFF"/>
                </a:solidFill>
                <a:effectLst/>
                <a:uLnTx/>
                <a:uFillTx/>
                <a:latin typeface="Arial" panose="020B0604020202020204" pitchFamily="34" charset="0"/>
                <a:cs typeface="Assistant"/>
                <a:sym typeface="Assistant"/>
              </a:rPr>
              <a:t>}</a:t>
            </a:r>
            <a:endParaRPr lang="fr-FR" sz="1200" dirty="0"/>
          </a:p>
        </p:txBody>
      </p:sp>
      <p:sp>
        <p:nvSpPr>
          <p:cNvPr id="14" name="ZoneTexte 13">
            <a:extLst>
              <a:ext uri="{FF2B5EF4-FFF2-40B4-BE49-F238E27FC236}">
                <a16:creationId xmlns:a16="http://schemas.microsoft.com/office/drawing/2014/main" id="{6CCD285A-D78B-CB3E-B8AA-98CC97B1539E}"/>
              </a:ext>
            </a:extLst>
          </p:cNvPr>
          <p:cNvSpPr txBox="1"/>
          <p:nvPr/>
        </p:nvSpPr>
        <p:spPr>
          <a:xfrm>
            <a:off x="3159146" y="605227"/>
            <a:ext cx="248399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fr-FR" sz="1400" b="1" u="sng" strike="noStrike" kern="0" cap="none" spc="0" normalizeH="0" baseline="0" noProof="0" dirty="0">
                <a:ln>
                  <a:noFill/>
                </a:ln>
                <a:solidFill>
                  <a:srgbClr val="FF0000"/>
                </a:solidFill>
                <a:effectLst/>
                <a:uLnTx/>
                <a:uFillTx/>
                <a:latin typeface="Assistant"/>
                <a:cs typeface="Assistant"/>
                <a:sym typeface="Assistant"/>
              </a:rPr>
              <a:t>L'algorithme de programme :</a:t>
            </a:r>
          </a:p>
        </p:txBody>
      </p:sp>
      <p:sp>
        <p:nvSpPr>
          <p:cNvPr id="2" name="Google Shape;675;p41">
            <a:extLst>
              <a:ext uri="{FF2B5EF4-FFF2-40B4-BE49-F238E27FC236}">
                <a16:creationId xmlns:a16="http://schemas.microsoft.com/office/drawing/2014/main" id="{C6439AF9-0AB6-9752-D60D-AA464AEFBD3E}"/>
              </a:ext>
            </a:extLst>
          </p:cNvPr>
          <p:cNvSpPr txBox="1">
            <a:spLocks noGrp="1"/>
          </p:cNvSpPr>
          <p:nvPr>
            <p:ph type="title"/>
          </p:nvPr>
        </p:nvSpPr>
        <p:spPr>
          <a:xfrm>
            <a:off x="2676350" y="77843"/>
            <a:ext cx="3994500" cy="54517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b="1" u="sng" dirty="0">
                <a:solidFill>
                  <a:schemeClr val="accent6"/>
                </a:solidFill>
              </a:rPr>
              <a:t>La programmation</a:t>
            </a:r>
            <a:endParaRPr b="1" u="sng" dirty="0">
              <a:solidFill>
                <a:schemeClr val="accent6"/>
              </a:solidFill>
            </a:endParaRPr>
          </a:p>
        </p:txBody>
      </p:sp>
    </p:spTree>
    <p:extLst>
      <p:ext uri="{BB962C8B-B14F-4D97-AF65-F5344CB8AC3E}">
        <p14:creationId xmlns:p14="http://schemas.microsoft.com/office/powerpoint/2010/main" val="1256605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A0B6C04A-BD84-FD85-E7C1-85BD344293FD}"/>
              </a:ext>
            </a:extLst>
          </p:cNvPr>
          <p:cNvPicPr>
            <a:picLocks noChangeAspect="1"/>
          </p:cNvPicPr>
          <p:nvPr/>
        </p:nvPicPr>
        <p:blipFill rotWithShape="1">
          <a:blip r:embed="rId2"/>
          <a:srcRect l="61167" t="28609" r="3737" b="16609"/>
          <a:stretch/>
        </p:blipFill>
        <p:spPr>
          <a:xfrm>
            <a:off x="5499946" y="1280159"/>
            <a:ext cx="3644054" cy="3863341"/>
          </a:xfrm>
          <a:prstGeom prst="rect">
            <a:avLst/>
          </a:prstGeom>
        </p:spPr>
      </p:pic>
      <p:pic>
        <p:nvPicPr>
          <p:cNvPr id="15" name="Image 14">
            <a:extLst>
              <a:ext uri="{FF2B5EF4-FFF2-40B4-BE49-F238E27FC236}">
                <a16:creationId xmlns:a16="http://schemas.microsoft.com/office/drawing/2014/main" id="{231F7756-C3D0-1F66-BA7F-2C81FC69063D}"/>
              </a:ext>
            </a:extLst>
          </p:cNvPr>
          <p:cNvPicPr>
            <a:picLocks noChangeAspect="1"/>
          </p:cNvPicPr>
          <p:nvPr/>
        </p:nvPicPr>
        <p:blipFill rotWithShape="1">
          <a:blip r:embed="rId3"/>
          <a:srcRect l="-2" t="13887" r="24064" b="5793"/>
          <a:stretch/>
        </p:blipFill>
        <p:spPr>
          <a:xfrm>
            <a:off x="0" y="1280160"/>
            <a:ext cx="5499946" cy="3863340"/>
          </a:xfrm>
          <a:prstGeom prst="rect">
            <a:avLst/>
          </a:prstGeom>
        </p:spPr>
      </p:pic>
      <p:sp>
        <p:nvSpPr>
          <p:cNvPr id="16" name="ZoneTexte 15">
            <a:extLst>
              <a:ext uri="{FF2B5EF4-FFF2-40B4-BE49-F238E27FC236}">
                <a16:creationId xmlns:a16="http://schemas.microsoft.com/office/drawing/2014/main" id="{87DDF7AC-10AA-5409-36A8-BC7D7F9B402C}"/>
              </a:ext>
            </a:extLst>
          </p:cNvPr>
          <p:cNvSpPr txBox="1"/>
          <p:nvPr/>
        </p:nvSpPr>
        <p:spPr>
          <a:xfrm>
            <a:off x="1583267" y="129207"/>
            <a:ext cx="5977466" cy="307777"/>
          </a:xfrm>
          <a:prstGeom prst="rect">
            <a:avLst/>
          </a:prstGeom>
          <a:noFill/>
        </p:spPr>
        <p:txBody>
          <a:bodyPr wrap="square">
            <a:spAutoFit/>
          </a:bodyPr>
          <a:lstStyle/>
          <a:p>
            <a:r>
              <a:rPr lang="fr-FR" b="1" u="sng" dirty="0">
                <a:solidFill>
                  <a:srgbClr val="FF0000"/>
                </a:solidFill>
              </a:rPr>
              <a:t>Code en blocs et vue de simulation du programme du robot mobile:</a:t>
            </a:r>
          </a:p>
        </p:txBody>
      </p:sp>
      <p:sp>
        <p:nvSpPr>
          <p:cNvPr id="20" name="Flèche : courbe vers la droite 19">
            <a:extLst>
              <a:ext uri="{FF2B5EF4-FFF2-40B4-BE49-F238E27FC236}">
                <a16:creationId xmlns:a16="http://schemas.microsoft.com/office/drawing/2014/main" id="{E859CD01-4A34-6606-9AF9-ADF14998BEA5}"/>
              </a:ext>
            </a:extLst>
          </p:cNvPr>
          <p:cNvSpPr/>
          <p:nvPr/>
        </p:nvSpPr>
        <p:spPr>
          <a:xfrm rot="2596980">
            <a:off x="3261372" y="1965749"/>
            <a:ext cx="229280" cy="597953"/>
          </a:xfrm>
          <a:prstGeom prst="curved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fr-FR">
              <a:solidFill>
                <a:schemeClr val="tx1"/>
              </a:solidFill>
            </a:endParaRPr>
          </a:p>
        </p:txBody>
      </p:sp>
      <p:sp>
        <p:nvSpPr>
          <p:cNvPr id="21" name="Flèche : courbe vers la droite 20">
            <a:extLst>
              <a:ext uri="{FF2B5EF4-FFF2-40B4-BE49-F238E27FC236}">
                <a16:creationId xmlns:a16="http://schemas.microsoft.com/office/drawing/2014/main" id="{515B36CE-78C7-4411-8702-B974DB8D0C95}"/>
              </a:ext>
            </a:extLst>
          </p:cNvPr>
          <p:cNvSpPr/>
          <p:nvPr/>
        </p:nvSpPr>
        <p:spPr>
          <a:xfrm rot="14277010">
            <a:off x="3530870" y="2246721"/>
            <a:ext cx="172035" cy="572892"/>
          </a:xfrm>
          <a:prstGeom prst="curvedRightArrow">
            <a:avLst>
              <a:gd name="adj1" fmla="val 20755"/>
              <a:gd name="adj2" fmla="val 71850"/>
              <a:gd name="adj3" fmla="val 25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fr-FR" dirty="0">
              <a:solidFill>
                <a:schemeClr val="tx1"/>
              </a:solidFill>
            </a:endParaRPr>
          </a:p>
        </p:txBody>
      </p:sp>
      <p:sp>
        <p:nvSpPr>
          <p:cNvPr id="22" name="Flèche : courbe vers la droite 21">
            <a:extLst>
              <a:ext uri="{FF2B5EF4-FFF2-40B4-BE49-F238E27FC236}">
                <a16:creationId xmlns:a16="http://schemas.microsoft.com/office/drawing/2014/main" id="{0A6E88EA-C022-6057-A092-9345A0984E4C}"/>
              </a:ext>
            </a:extLst>
          </p:cNvPr>
          <p:cNvSpPr/>
          <p:nvPr/>
        </p:nvSpPr>
        <p:spPr>
          <a:xfrm rot="4856950">
            <a:off x="3931904" y="1893584"/>
            <a:ext cx="196769" cy="560409"/>
          </a:xfrm>
          <a:prstGeom prst="curved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fr-FR" dirty="0">
              <a:solidFill>
                <a:schemeClr val="tx1"/>
              </a:solidFill>
            </a:endParaRPr>
          </a:p>
        </p:txBody>
      </p:sp>
      <p:sp>
        <p:nvSpPr>
          <p:cNvPr id="23" name="Flèche : courbe vers la droite 22">
            <a:extLst>
              <a:ext uri="{FF2B5EF4-FFF2-40B4-BE49-F238E27FC236}">
                <a16:creationId xmlns:a16="http://schemas.microsoft.com/office/drawing/2014/main" id="{5079A533-3C5F-94E2-7C7E-AFFEB546ED3D}"/>
              </a:ext>
            </a:extLst>
          </p:cNvPr>
          <p:cNvSpPr/>
          <p:nvPr/>
        </p:nvSpPr>
        <p:spPr>
          <a:xfrm rot="14830156">
            <a:off x="4029825" y="2227323"/>
            <a:ext cx="212536" cy="572892"/>
          </a:xfrm>
          <a:prstGeom prst="curved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fr-FR">
              <a:solidFill>
                <a:schemeClr val="tx1"/>
              </a:solidFill>
            </a:endParaRPr>
          </a:p>
        </p:txBody>
      </p:sp>
      <p:sp>
        <p:nvSpPr>
          <p:cNvPr id="24" name="Flèche : courbe vers la droite 23">
            <a:extLst>
              <a:ext uri="{FF2B5EF4-FFF2-40B4-BE49-F238E27FC236}">
                <a16:creationId xmlns:a16="http://schemas.microsoft.com/office/drawing/2014/main" id="{B69211F5-3E48-D117-EBF1-31E0BD486332}"/>
              </a:ext>
            </a:extLst>
          </p:cNvPr>
          <p:cNvSpPr/>
          <p:nvPr/>
        </p:nvSpPr>
        <p:spPr>
          <a:xfrm rot="9080860">
            <a:off x="4590299" y="2383533"/>
            <a:ext cx="367868" cy="597038"/>
          </a:xfrm>
          <a:prstGeom prst="curved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solidFill>
                <a:schemeClr val="tx1"/>
              </a:solidFill>
            </a:endParaRPr>
          </a:p>
        </p:txBody>
      </p:sp>
      <p:sp>
        <p:nvSpPr>
          <p:cNvPr id="28" name="ZoneTexte 27">
            <a:extLst>
              <a:ext uri="{FF2B5EF4-FFF2-40B4-BE49-F238E27FC236}">
                <a16:creationId xmlns:a16="http://schemas.microsoft.com/office/drawing/2014/main" id="{32F2018D-76D0-4246-72B6-0DDBA03117E3}"/>
              </a:ext>
            </a:extLst>
          </p:cNvPr>
          <p:cNvSpPr txBox="1"/>
          <p:nvPr/>
        </p:nvSpPr>
        <p:spPr>
          <a:xfrm>
            <a:off x="3434079" y="535081"/>
            <a:ext cx="5787813" cy="307777"/>
          </a:xfrm>
          <a:prstGeom prst="rect">
            <a:avLst/>
          </a:prstGeom>
          <a:noFill/>
        </p:spPr>
        <p:txBody>
          <a:bodyPr wrap="square">
            <a:spAutoFit/>
          </a:bodyPr>
          <a:lstStyle/>
          <a:p>
            <a:r>
              <a:rPr lang="fr-FR">
                <a:solidFill>
                  <a:schemeClr val="accent6"/>
                </a:solidFill>
              </a:rPr>
              <a:t>https://www.tinkercad.com/</a:t>
            </a:r>
            <a:endParaRPr lang="fr-FR" dirty="0">
              <a:solidFill>
                <a:schemeClr val="accent6"/>
              </a:solidFill>
            </a:endParaRPr>
          </a:p>
        </p:txBody>
      </p:sp>
      <p:sp>
        <p:nvSpPr>
          <p:cNvPr id="30" name="ZoneTexte 29">
            <a:extLst>
              <a:ext uri="{FF2B5EF4-FFF2-40B4-BE49-F238E27FC236}">
                <a16:creationId xmlns:a16="http://schemas.microsoft.com/office/drawing/2014/main" id="{76283753-9F97-AC49-BB9E-24F1C5DBCE48}"/>
              </a:ext>
            </a:extLst>
          </p:cNvPr>
          <p:cNvSpPr txBox="1"/>
          <p:nvPr/>
        </p:nvSpPr>
        <p:spPr>
          <a:xfrm>
            <a:off x="91451" y="535081"/>
            <a:ext cx="3739404" cy="276999"/>
          </a:xfrm>
          <a:prstGeom prst="rect">
            <a:avLst/>
          </a:prstGeom>
          <a:noFill/>
        </p:spPr>
        <p:txBody>
          <a:bodyPr wrap="square">
            <a:spAutoFit/>
          </a:bodyPr>
          <a:lstStyle/>
          <a:p>
            <a:r>
              <a:rPr lang="fr-FR" sz="1200" b="1" dirty="0">
                <a:solidFill>
                  <a:schemeClr val="bg1"/>
                </a:solidFill>
              </a:rPr>
              <a:t>Lien de la conception </a:t>
            </a:r>
            <a:r>
              <a:rPr lang="fr-FR" sz="1200" b="1" dirty="0" err="1">
                <a:solidFill>
                  <a:schemeClr val="bg1"/>
                </a:solidFill>
              </a:rPr>
              <a:t>realisée</a:t>
            </a:r>
            <a:r>
              <a:rPr lang="fr-FR" sz="1200" b="1" dirty="0">
                <a:solidFill>
                  <a:schemeClr val="bg1"/>
                </a:solidFill>
              </a:rPr>
              <a:t> par </a:t>
            </a:r>
            <a:r>
              <a:rPr lang="fr-FR" sz="1200" b="1" dirty="0" err="1">
                <a:solidFill>
                  <a:schemeClr val="bg1"/>
                </a:solidFill>
              </a:rPr>
              <a:t>Tinkercad</a:t>
            </a:r>
            <a:r>
              <a:rPr lang="fr-FR" sz="1200" b="1" dirty="0">
                <a:solidFill>
                  <a:schemeClr val="bg1"/>
                </a:solidFill>
              </a:rPr>
              <a:t>:</a:t>
            </a:r>
          </a:p>
        </p:txBody>
      </p:sp>
    </p:spTree>
    <p:extLst>
      <p:ext uri="{BB962C8B-B14F-4D97-AF65-F5344CB8AC3E}">
        <p14:creationId xmlns:p14="http://schemas.microsoft.com/office/powerpoint/2010/main" val="1342758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7455332B-2664-D9C8-BD96-7FD3ED94F0B8}"/>
              </a:ext>
            </a:extLst>
          </p:cNvPr>
          <p:cNvSpPr>
            <a:spLocks noGrp="1"/>
          </p:cNvSpPr>
          <p:nvPr>
            <p:ph type="subTitle" idx="1"/>
          </p:nvPr>
        </p:nvSpPr>
        <p:spPr>
          <a:xfrm>
            <a:off x="274320" y="864724"/>
            <a:ext cx="8595360" cy="4079809"/>
          </a:xfrm>
        </p:spPr>
        <p:txBody>
          <a:bodyPr/>
          <a:lstStyle/>
          <a:p>
            <a:pPr marL="139700" indent="0">
              <a:buNone/>
            </a:pPr>
            <a:r>
              <a:rPr lang="fr-FR" dirty="0">
                <a:latin typeface="+mn-lt"/>
              </a:rPr>
              <a:t>La conception détaillée permis d’avoir une vision plus précise sur le sujet et une compréhension plus profonde des tâches à réaliser. Elle mène également à prévoir les besoins matériels et logiciels nécessaires pour atteindre l’objectif du projet. </a:t>
            </a:r>
          </a:p>
          <a:p>
            <a:pPr marL="139700" indent="0">
              <a:buNone/>
            </a:pPr>
            <a:endParaRPr lang="fr-FR" dirty="0">
              <a:latin typeface="+mn-lt"/>
            </a:endParaRPr>
          </a:p>
          <a:p>
            <a:pPr marL="139700" indent="0">
              <a:buNone/>
            </a:pPr>
            <a:r>
              <a:rPr lang="fr-FR" dirty="0">
                <a:latin typeface="+mn-lt"/>
              </a:rPr>
              <a:t>Le logiciel en ligne Circuit TINKERCAD permet de réaliser des circuits avec des composants (capteurs, servo-moteurs, voltmètres, ....) et d'en simuler le fonctionnement piloter par un programme en lignes de commande </a:t>
            </a:r>
            <a:r>
              <a:rPr lang="fr-FR" dirty="0" err="1">
                <a:latin typeface="+mn-lt"/>
              </a:rPr>
              <a:t>arduino</a:t>
            </a:r>
            <a:r>
              <a:rPr lang="fr-FR" dirty="0">
                <a:latin typeface="+mn-lt"/>
              </a:rPr>
              <a:t> ou Scratch.</a:t>
            </a:r>
          </a:p>
          <a:p>
            <a:pPr marL="139700" indent="0">
              <a:buNone/>
            </a:pPr>
            <a:endParaRPr lang="fr-FR" dirty="0">
              <a:latin typeface="+mn-lt"/>
            </a:endParaRPr>
          </a:p>
          <a:p>
            <a:pPr marL="139700" indent="0">
              <a:buNone/>
            </a:pPr>
            <a:r>
              <a:rPr lang="fr-FR" b="1" dirty="0">
                <a:solidFill>
                  <a:srgbClr val="FF0000"/>
                </a:solidFill>
                <a:latin typeface="+mn-lt"/>
              </a:rPr>
              <a:t>Autres conceptions réalisées en utilisant TINKERCAD:</a:t>
            </a:r>
          </a:p>
          <a:p>
            <a:pPr marL="139700" indent="0">
              <a:buNone/>
            </a:pPr>
            <a:r>
              <a:rPr lang="fr-FR" b="1" dirty="0">
                <a:solidFill>
                  <a:schemeClr val="bg1"/>
                </a:solidFill>
                <a:latin typeface="artifakt-element"/>
              </a:rPr>
              <a:t>                                                                                                                                                                                                      </a:t>
            </a:r>
            <a:r>
              <a:rPr lang="fr-FR" b="1" dirty="0">
                <a:solidFill>
                  <a:schemeClr val="bg1"/>
                </a:solidFill>
                <a:effectLst/>
                <a:latin typeface="artifakt-element"/>
              </a:rPr>
              <a:t>Allumer une LED avec un bouton poussoir</a:t>
            </a:r>
            <a:r>
              <a:rPr lang="fr-FR" b="1">
                <a:solidFill>
                  <a:schemeClr val="bg1"/>
                </a:solidFill>
                <a:effectLst/>
                <a:latin typeface="artifakt-element"/>
              </a:rPr>
              <a:t>: </a:t>
            </a:r>
            <a:r>
              <a:rPr lang="fr-FR" b="1">
                <a:solidFill>
                  <a:schemeClr val="accent6"/>
                </a:solidFill>
                <a:latin typeface="+mn-lt"/>
              </a:rPr>
              <a:t>https://www.tinkercad.com/</a:t>
            </a:r>
            <a:endParaRPr lang="fr-FR" b="1" dirty="0">
              <a:solidFill>
                <a:schemeClr val="accent6"/>
              </a:solidFill>
              <a:latin typeface="+mn-lt"/>
            </a:endParaRPr>
          </a:p>
          <a:p>
            <a:pPr marL="139700" indent="0">
              <a:buNone/>
            </a:pPr>
            <a:endParaRPr lang="fr-FR" b="1" dirty="0">
              <a:solidFill>
                <a:schemeClr val="accent6"/>
              </a:solidFill>
              <a:latin typeface="+mn-lt"/>
            </a:endParaRPr>
          </a:p>
          <a:p>
            <a:pPr marL="139700" indent="0">
              <a:buNone/>
            </a:pPr>
            <a:r>
              <a:rPr lang="fr-FR" b="1" dirty="0">
                <a:solidFill>
                  <a:schemeClr val="bg1"/>
                </a:solidFill>
                <a:latin typeface="+mn-lt"/>
              </a:rPr>
              <a:t>Capteur ultrasonique et haut parleur:</a:t>
            </a:r>
          </a:p>
          <a:p>
            <a:pPr marL="139700" indent="0">
              <a:buNone/>
            </a:pPr>
            <a:r>
              <a:rPr lang="fr-FR" b="1">
                <a:solidFill>
                  <a:schemeClr val="accent6"/>
                </a:solidFill>
                <a:latin typeface="+mn-lt"/>
              </a:rPr>
              <a:t>https://www.tinkercad.com/</a:t>
            </a:r>
            <a:endParaRPr lang="fr-FR" b="1" dirty="0">
              <a:solidFill>
                <a:schemeClr val="accent6"/>
              </a:solidFill>
              <a:latin typeface="+mn-lt"/>
            </a:endParaRPr>
          </a:p>
        </p:txBody>
      </p:sp>
      <p:sp>
        <p:nvSpPr>
          <p:cNvPr id="3" name="Titre 2">
            <a:extLst>
              <a:ext uri="{FF2B5EF4-FFF2-40B4-BE49-F238E27FC236}">
                <a16:creationId xmlns:a16="http://schemas.microsoft.com/office/drawing/2014/main" id="{FECFB696-0B99-C9DB-6B38-EA6835119793}"/>
              </a:ext>
            </a:extLst>
          </p:cNvPr>
          <p:cNvSpPr>
            <a:spLocks noGrp="1"/>
          </p:cNvSpPr>
          <p:nvPr>
            <p:ph type="title"/>
          </p:nvPr>
        </p:nvSpPr>
        <p:spPr>
          <a:xfrm>
            <a:off x="3083767" y="71197"/>
            <a:ext cx="2219753" cy="698700"/>
          </a:xfrm>
        </p:spPr>
        <p:txBody>
          <a:bodyPr/>
          <a:lstStyle/>
          <a:p>
            <a:r>
              <a:rPr lang="fr-FR" b="1" u="sng" dirty="0">
                <a:solidFill>
                  <a:schemeClr val="accent6"/>
                </a:solidFill>
              </a:rPr>
              <a:t>Conclusion</a:t>
            </a:r>
          </a:p>
        </p:txBody>
      </p:sp>
    </p:spTree>
    <p:extLst>
      <p:ext uri="{BB962C8B-B14F-4D97-AF65-F5344CB8AC3E}">
        <p14:creationId xmlns:p14="http://schemas.microsoft.com/office/powerpoint/2010/main" val="373199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6"/>
        <p:cNvGrpSpPr/>
        <p:nvPr/>
      </p:nvGrpSpPr>
      <p:grpSpPr>
        <a:xfrm>
          <a:off x="0" y="0"/>
          <a:ext cx="0" cy="0"/>
          <a:chOff x="0" y="0"/>
          <a:chExt cx="0" cy="0"/>
        </a:xfrm>
      </p:grpSpPr>
      <p:sp>
        <p:nvSpPr>
          <p:cNvPr id="1320" name="Google Shape;1320;p47"/>
          <p:cNvSpPr/>
          <p:nvPr/>
        </p:nvSpPr>
        <p:spPr>
          <a:xfrm>
            <a:off x="7538075" y="-1092375"/>
            <a:ext cx="2258400" cy="2258400"/>
          </a:xfrm>
          <a:prstGeom prst="donut">
            <a:avLst>
              <a:gd name="adj" fmla="val 772"/>
            </a:avLst>
          </a:prstGeom>
          <a:gradFill>
            <a:gsLst>
              <a:gs pos="0">
                <a:schemeClr val="lt2"/>
              </a:gs>
              <a:gs pos="100000">
                <a:schemeClr val="accent1"/>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7"/>
          <p:cNvSpPr/>
          <p:nvPr/>
        </p:nvSpPr>
        <p:spPr>
          <a:xfrm>
            <a:off x="5027575" y="4713425"/>
            <a:ext cx="1306800" cy="1306800"/>
          </a:xfrm>
          <a:prstGeom prst="donut">
            <a:avLst>
              <a:gd name="adj" fmla="val 1206"/>
            </a:avLst>
          </a:prstGeom>
          <a:gradFill>
            <a:gsLst>
              <a:gs pos="0">
                <a:schemeClr val="accent2"/>
              </a:gs>
              <a:gs pos="100000">
                <a:schemeClr val="accent6"/>
              </a:gs>
            </a:gsLst>
            <a:lin ang="540070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7"/>
          <p:cNvSpPr/>
          <p:nvPr/>
        </p:nvSpPr>
        <p:spPr>
          <a:xfrm>
            <a:off x="-1123450" y="2417100"/>
            <a:ext cx="1708200" cy="1708200"/>
          </a:xfrm>
          <a:prstGeom prst="donut">
            <a:avLst>
              <a:gd name="adj" fmla="val 1115"/>
            </a:avLst>
          </a:prstGeom>
          <a:gradFill>
            <a:gsLst>
              <a:gs pos="0">
                <a:schemeClr val="lt2"/>
              </a:gs>
              <a:gs pos="100000">
                <a:schemeClr val="accent1"/>
              </a:gs>
            </a:gsLst>
            <a:lin ang="5400012"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5" name="Image 1404">
            <a:extLst>
              <a:ext uri="{FF2B5EF4-FFF2-40B4-BE49-F238E27FC236}">
                <a16:creationId xmlns:a16="http://schemas.microsoft.com/office/drawing/2014/main" id="{3F3EFD17-8571-744C-E2D8-970C1C95CA82}"/>
              </a:ext>
            </a:extLst>
          </p:cNvPr>
          <p:cNvPicPr>
            <a:picLocks noChangeAspect="1"/>
          </p:cNvPicPr>
          <p:nvPr/>
        </p:nvPicPr>
        <p:blipFill rotWithShape="1">
          <a:blip r:embed="rId3">
            <a:duotone>
              <a:prstClr val="black"/>
              <a:schemeClr val="accent6">
                <a:tint val="45000"/>
                <a:satMod val="400000"/>
              </a:schemeClr>
            </a:duotone>
          </a:blip>
          <a:srcRect b="34680"/>
          <a:stretch/>
        </p:blipFill>
        <p:spPr>
          <a:xfrm>
            <a:off x="0" y="1"/>
            <a:ext cx="9144000" cy="5143500"/>
          </a:xfrm>
          <a:prstGeom prst="rect">
            <a:avLst/>
          </a:prstGeom>
        </p:spPr>
      </p:pic>
      <p:grpSp>
        <p:nvGrpSpPr>
          <p:cNvPr id="1406" name="Google Shape;316;p36">
            <a:extLst>
              <a:ext uri="{FF2B5EF4-FFF2-40B4-BE49-F238E27FC236}">
                <a16:creationId xmlns:a16="http://schemas.microsoft.com/office/drawing/2014/main" id="{8467183A-8290-86C6-2973-FE1F99011901}"/>
              </a:ext>
            </a:extLst>
          </p:cNvPr>
          <p:cNvGrpSpPr/>
          <p:nvPr/>
        </p:nvGrpSpPr>
        <p:grpSpPr>
          <a:xfrm>
            <a:off x="304774" y="1560066"/>
            <a:ext cx="2044389" cy="1562102"/>
            <a:chOff x="7343425" y="328575"/>
            <a:chExt cx="1354149" cy="1012825"/>
          </a:xfrm>
        </p:grpSpPr>
        <p:sp>
          <p:nvSpPr>
            <p:cNvPr id="1407" name="Google Shape;317;p36">
              <a:extLst>
                <a:ext uri="{FF2B5EF4-FFF2-40B4-BE49-F238E27FC236}">
                  <a16:creationId xmlns:a16="http://schemas.microsoft.com/office/drawing/2014/main" id="{FE2D04E9-5A9C-6470-5080-9DAAAED284A6}"/>
                </a:ext>
              </a:extLst>
            </p:cNvPr>
            <p:cNvSpPr/>
            <p:nvPr/>
          </p:nvSpPr>
          <p:spPr>
            <a:xfrm>
              <a:off x="7503954" y="981659"/>
              <a:ext cx="140567" cy="257529"/>
            </a:xfrm>
            <a:custGeom>
              <a:avLst/>
              <a:gdLst/>
              <a:ahLst/>
              <a:cxnLst/>
              <a:rect l="l" t="t" r="r" b="b"/>
              <a:pathLst>
                <a:path w="2507" h="4379" extrusionOk="0">
                  <a:moveTo>
                    <a:pt x="1827" y="2774"/>
                  </a:moveTo>
                  <a:cubicBezTo>
                    <a:pt x="1604" y="1972"/>
                    <a:pt x="1883" y="1170"/>
                    <a:pt x="2039" y="836"/>
                  </a:cubicBezTo>
                  <a:cubicBezTo>
                    <a:pt x="1927" y="747"/>
                    <a:pt x="1805" y="669"/>
                    <a:pt x="1694" y="591"/>
                  </a:cubicBezTo>
                  <a:cubicBezTo>
                    <a:pt x="1526" y="480"/>
                    <a:pt x="1337" y="391"/>
                    <a:pt x="1181" y="268"/>
                  </a:cubicBezTo>
                  <a:cubicBezTo>
                    <a:pt x="1070" y="190"/>
                    <a:pt x="970" y="101"/>
                    <a:pt x="869" y="1"/>
                  </a:cubicBezTo>
                  <a:cubicBezTo>
                    <a:pt x="212" y="636"/>
                    <a:pt x="0" y="1761"/>
                    <a:pt x="424" y="2830"/>
                  </a:cubicBezTo>
                  <a:cubicBezTo>
                    <a:pt x="892" y="4011"/>
                    <a:pt x="2195" y="4378"/>
                    <a:pt x="2195" y="4378"/>
                  </a:cubicBezTo>
                  <a:lnTo>
                    <a:pt x="2507" y="4100"/>
                  </a:lnTo>
                  <a:cubicBezTo>
                    <a:pt x="2507" y="4100"/>
                    <a:pt x="2128" y="3822"/>
                    <a:pt x="1827" y="277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08" name="Google Shape;318;p36">
              <a:extLst>
                <a:ext uri="{FF2B5EF4-FFF2-40B4-BE49-F238E27FC236}">
                  <a16:creationId xmlns:a16="http://schemas.microsoft.com/office/drawing/2014/main" id="{776120E8-262B-EF8E-04F6-CDB2F5B85959}"/>
                </a:ext>
              </a:extLst>
            </p:cNvPr>
            <p:cNvSpPr/>
            <p:nvPr/>
          </p:nvSpPr>
          <p:spPr>
            <a:xfrm>
              <a:off x="7526438" y="981659"/>
              <a:ext cx="91843" cy="89156"/>
            </a:xfrm>
            <a:custGeom>
              <a:avLst/>
              <a:gdLst/>
              <a:ahLst/>
              <a:cxnLst/>
              <a:rect l="l" t="t" r="r" b="b"/>
              <a:pathLst>
                <a:path w="1638" h="1516" extrusionOk="0">
                  <a:moveTo>
                    <a:pt x="468" y="1"/>
                  </a:moveTo>
                  <a:cubicBezTo>
                    <a:pt x="268" y="201"/>
                    <a:pt x="112" y="435"/>
                    <a:pt x="0" y="714"/>
                  </a:cubicBezTo>
                  <a:cubicBezTo>
                    <a:pt x="179" y="1115"/>
                    <a:pt x="1281" y="1493"/>
                    <a:pt x="1415" y="1516"/>
                  </a:cubicBezTo>
                  <a:cubicBezTo>
                    <a:pt x="1482" y="1226"/>
                    <a:pt x="1571" y="981"/>
                    <a:pt x="1638" y="836"/>
                  </a:cubicBezTo>
                  <a:cubicBezTo>
                    <a:pt x="1526" y="747"/>
                    <a:pt x="1404" y="669"/>
                    <a:pt x="1293" y="591"/>
                  </a:cubicBezTo>
                  <a:cubicBezTo>
                    <a:pt x="1125" y="480"/>
                    <a:pt x="936" y="391"/>
                    <a:pt x="780" y="268"/>
                  </a:cubicBezTo>
                  <a:cubicBezTo>
                    <a:pt x="669" y="190"/>
                    <a:pt x="569" y="101"/>
                    <a:pt x="468"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319;p36">
              <a:extLst>
                <a:ext uri="{FF2B5EF4-FFF2-40B4-BE49-F238E27FC236}">
                  <a16:creationId xmlns:a16="http://schemas.microsoft.com/office/drawing/2014/main" id="{E2EB05D7-501F-9352-0015-523E61753B74}"/>
                </a:ext>
              </a:extLst>
            </p:cNvPr>
            <p:cNvSpPr/>
            <p:nvPr/>
          </p:nvSpPr>
          <p:spPr>
            <a:xfrm>
              <a:off x="7530195" y="826401"/>
              <a:ext cx="474072" cy="246414"/>
            </a:xfrm>
            <a:custGeom>
              <a:avLst/>
              <a:gdLst/>
              <a:ahLst/>
              <a:cxnLst/>
              <a:rect l="l" t="t" r="r" b="b"/>
              <a:pathLst>
                <a:path w="8455" h="4190" extrusionOk="0">
                  <a:moveTo>
                    <a:pt x="7731" y="2641"/>
                  </a:moveTo>
                  <a:lnTo>
                    <a:pt x="5815" y="2708"/>
                  </a:lnTo>
                  <a:lnTo>
                    <a:pt x="3743" y="1"/>
                  </a:lnTo>
                  <a:lnTo>
                    <a:pt x="0" y="3008"/>
                  </a:lnTo>
                  <a:lnTo>
                    <a:pt x="1716" y="3744"/>
                  </a:lnTo>
                  <a:lnTo>
                    <a:pt x="3387" y="1995"/>
                  </a:lnTo>
                  <a:lnTo>
                    <a:pt x="5325" y="4189"/>
                  </a:lnTo>
                  <a:lnTo>
                    <a:pt x="8455" y="3064"/>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10" name="Google Shape;320;p36">
              <a:extLst>
                <a:ext uri="{FF2B5EF4-FFF2-40B4-BE49-F238E27FC236}">
                  <a16:creationId xmlns:a16="http://schemas.microsoft.com/office/drawing/2014/main" id="{27F72FD2-F77C-2C82-E7AD-FDE0AAB85543}"/>
                </a:ext>
              </a:extLst>
            </p:cNvPr>
            <p:cNvSpPr/>
            <p:nvPr/>
          </p:nvSpPr>
          <p:spPr>
            <a:xfrm>
              <a:off x="7601404" y="905030"/>
              <a:ext cx="402863" cy="167785"/>
            </a:xfrm>
            <a:custGeom>
              <a:avLst/>
              <a:gdLst/>
              <a:ahLst/>
              <a:cxnLst/>
              <a:rect l="l" t="t" r="r" b="b"/>
              <a:pathLst>
                <a:path w="7185" h="2853" extrusionOk="0">
                  <a:moveTo>
                    <a:pt x="2206" y="1"/>
                  </a:moveTo>
                  <a:lnTo>
                    <a:pt x="0" y="2206"/>
                  </a:lnTo>
                  <a:lnTo>
                    <a:pt x="446" y="2407"/>
                  </a:lnTo>
                  <a:lnTo>
                    <a:pt x="2117" y="658"/>
                  </a:lnTo>
                  <a:lnTo>
                    <a:pt x="4055" y="2852"/>
                  </a:lnTo>
                  <a:lnTo>
                    <a:pt x="7185" y="1727"/>
                  </a:lnTo>
                  <a:lnTo>
                    <a:pt x="6684" y="1438"/>
                  </a:lnTo>
                  <a:lnTo>
                    <a:pt x="4244" y="2362"/>
                  </a:lnTo>
                  <a:lnTo>
                    <a:pt x="2206" y="1"/>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321;p36">
              <a:extLst>
                <a:ext uri="{FF2B5EF4-FFF2-40B4-BE49-F238E27FC236}">
                  <a16:creationId xmlns:a16="http://schemas.microsoft.com/office/drawing/2014/main" id="{3942311A-C067-01AA-6EFD-8F47621116DB}"/>
                </a:ext>
              </a:extLst>
            </p:cNvPr>
            <p:cNvSpPr/>
            <p:nvPr/>
          </p:nvSpPr>
          <p:spPr>
            <a:xfrm>
              <a:off x="7612618" y="1210312"/>
              <a:ext cx="54388" cy="57046"/>
            </a:xfrm>
            <a:custGeom>
              <a:avLst/>
              <a:gdLst/>
              <a:ahLst/>
              <a:cxnLst/>
              <a:rect l="l" t="t" r="r" b="b"/>
              <a:pathLst>
                <a:path w="970" h="970" extrusionOk="0">
                  <a:moveTo>
                    <a:pt x="970" y="490"/>
                  </a:moveTo>
                  <a:cubicBezTo>
                    <a:pt x="970" y="758"/>
                    <a:pt x="758" y="969"/>
                    <a:pt x="480" y="969"/>
                  </a:cubicBezTo>
                  <a:cubicBezTo>
                    <a:pt x="212" y="969"/>
                    <a:pt x="1" y="758"/>
                    <a:pt x="1" y="490"/>
                  </a:cubicBezTo>
                  <a:cubicBezTo>
                    <a:pt x="1" y="212"/>
                    <a:pt x="212" y="0"/>
                    <a:pt x="480" y="0"/>
                  </a:cubicBezTo>
                  <a:cubicBezTo>
                    <a:pt x="758" y="0"/>
                    <a:pt x="970" y="212"/>
                    <a:pt x="970" y="49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12" name="Google Shape;322;p36">
              <a:extLst>
                <a:ext uri="{FF2B5EF4-FFF2-40B4-BE49-F238E27FC236}">
                  <a16:creationId xmlns:a16="http://schemas.microsoft.com/office/drawing/2014/main" id="{FBE2D449-B008-EFDD-66AE-9E3A58619E34}"/>
                </a:ext>
              </a:extLst>
            </p:cNvPr>
            <p:cNvSpPr/>
            <p:nvPr/>
          </p:nvSpPr>
          <p:spPr>
            <a:xfrm>
              <a:off x="7526438" y="772061"/>
              <a:ext cx="257361" cy="236534"/>
            </a:xfrm>
            <a:custGeom>
              <a:avLst/>
              <a:gdLst/>
              <a:ahLst/>
              <a:cxnLst/>
              <a:rect l="l" t="t" r="r" b="b"/>
              <a:pathLst>
                <a:path w="4590" h="4022" extrusionOk="0">
                  <a:moveTo>
                    <a:pt x="3988" y="0"/>
                  </a:moveTo>
                  <a:lnTo>
                    <a:pt x="0" y="3843"/>
                  </a:lnTo>
                  <a:lnTo>
                    <a:pt x="279" y="4022"/>
                  </a:lnTo>
                  <a:lnTo>
                    <a:pt x="4590" y="702"/>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13" name="Google Shape;323;p36">
              <a:extLst>
                <a:ext uri="{FF2B5EF4-FFF2-40B4-BE49-F238E27FC236}">
                  <a16:creationId xmlns:a16="http://schemas.microsoft.com/office/drawing/2014/main" id="{009C5855-F07C-5099-8F6B-3950652C0341}"/>
                </a:ext>
              </a:extLst>
            </p:cNvPr>
            <p:cNvSpPr/>
            <p:nvPr/>
          </p:nvSpPr>
          <p:spPr>
            <a:xfrm>
              <a:off x="8396478" y="981659"/>
              <a:ext cx="140567" cy="257529"/>
            </a:xfrm>
            <a:custGeom>
              <a:avLst/>
              <a:gdLst/>
              <a:ahLst/>
              <a:cxnLst/>
              <a:rect l="l" t="t" r="r" b="b"/>
              <a:pathLst>
                <a:path w="2507" h="4379" extrusionOk="0">
                  <a:moveTo>
                    <a:pt x="680" y="2774"/>
                  </a:moveTo>
                  <a:cubicBezTo>
                    <a:pt x="902" y="1972"/>
                    <a:pt x="624" y="1170"/>
                    <a:pt x="468" y="836"/>
                  </a:cubicBezTo>
                  <a:cubicBezTo>
                    <a:pt x="590" y="747"/>
                    <a:pt x="702" y="669"/>
                    <a:pt x="813" y="591"/>
                  </a:cubicBezTo>
                  <a:cubicBezTo>
                    <a:pt x="980" y="480"/>
                    <a:pt x="1170" y="391"/>
                    <a:pt x="1326" y="268"/>
                  </a:cubicBezTo>
                  <a:cubicBezTo>
                    <a:pt x="1437" y="190"/>
                    <a:pt x="1537" y="101"/>
                    <a:pt x="1638" y="1"/>
                  </a:cubicBezTo>
                  <a:cubicBezTo>
                    <a:pt x="2295" y="636"/>
                    <a:pt x="2506" y="1761"/>
                    <a:pt x="2083" y="2830"/>
                  </a:cubicBezTo>
                  <a:cubicBezTo>
                    <a:pt x="1615" y="4011"/>
                    <a:pt x="312" y="4378"/>
                    <a:pt x="312" y="4378"/>
                  </a:cubicBezTo>
                  <a:lnTo>
                    <a:pt x="0" y="4100"/>
                  </a:lnTo>
                  <a:cubicBezTo>
                    <a:pt x="0" y="4100"/>
                    <a:pt x="379" y="3822"/>
                    <a:pt x="680" y="277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14" name="Google Shape;324;p36">
              <a:extLst>
                <a:ext uri="{FF2B5EF4-FFF2-40B4-BE49-F238E27FC236}">
                  <a16:creationId xmlns:a16="http://schemas.microsoft.com/office/drawing/2014/main" id="{ECCF1144-0B05-56C5-21E4-666E64B24B59}"/>
                </a:ext>
              </a:extLst>
            </p:cNvPr>
            <p:cNvSpPr/>
            <p:nvPr/>
          </p:nvSpPr>
          <p:spPr>
            <a:xfrm>
              <a:off x="8422663" y="981659"/>
              <a:ext cx="91899" cy="89156"/>
            </a:xfrm>
            <a:custGeom>
              <a:avLst/>
              <a:gdLst/>
              <a:ahLst/>
              <a:cxnLst/>
              <a:rect l="l" t="t" r="r" b="b"/>
              <a:pathLst>
                <a:path w="1639" h="1516" extrusionOk="0">
                  <a:moveTo>
                    <a:pt x="1171" y="1"/>
                  </a:moveTo>
                  <a:cubicBezTo>
                    <a:pt x="1070" y="101"/>
                    <a:pt x="970" y="190"/>
                    <a:pt x="859" y="268"/>
                  </a:cubicBezTo>
                  <a:cubicBezTo>
                    <a:pt x="703" y="391"/>
                    <a:pt x="513" y="480"/>
                    <a:pt x="346" y="591"/>
                  </a:cubicBezTo>
                  <a:cubicBezTo>
                    <a:pt x="235" y="669"/>
                    <a:pt x="123" y="747"/>
                    <a:pt x="1" y="836"/>
                  </a:cubicBezTo>
                  <a:cubicBezTo>
                    <a:pt x="68" y="981"/>
                    <a:pt x="157" y="1226"/>
                    <a:pt x="224" y="1516"/>
                  </a:cubicBezTo>
                  <a:cubicBezTo>
                    <a:pt x="357" y="1493"/>
                    <a:pt x="1471" y="1115"/>
                    <a:pt x="1638" y="714"/>
                  </a:cubicBezTo>
                  <a:cubicBezTo>
                    <a:pt x="1527" y="435"/>
                    <a:pt x="1371" y="201"/>
                    <a:pt x="1171"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325;p36">
              <a:extLst>
                <a:ext uri="{FF2B5EF4-FFF2-40B4-BE49-F238E27FC236}">
                  <a16:creationId xmlns:a16="http://schemas.microsoft.com/office/drawing/2014/main" id="{002C13E7-375E-8CB8-C567-D164C4F5F628}"/>
                </a:ext>
              </a:extLst>
            </p:cNvPr>
            <p:cNvSpPr/>
            <p:nvPr/>
          </p:nvSpPr>
          <p:spPr>
            <a:xfrm>
              <a:off x="8036732" y="826401"/>
              <a:ext cx="474072" cy="246414"/>
            </a:xfrm>
            <a:custGeom>
              <a:avLst/>
              <a:gdLst/>
              <a:ahLst/>
              <a:cxnLst/>
              <a:rect l="l" t="t" r="r" b="b"/>
              <a:pathLst>
                <a:path w="8455" h="4190" extrusionOk="0">
                  <a:moveTo>
                    <a:pt x="724" y="2641"/>
                  </a:moveTo>
                  <a:lnTo>
                    <a:pt x="2640" y="2708"/>
                  </a:lnTo>
                  <a:lnTo>
                    <a:pt x="4712" y="1"/>
                  </a:lnTo>
                  <a:lnTo>
                    <a:pt x="8455" y="3008"/>
                  </a:lnTo>
                  <a:lnTo>
                    <a:pt x="6739" y="3744"/>
                  </a:lnTo>
                  <a:lnTo>
                    <a:pt x="5068" y="1995"/>
                  </a:lnTo>
                  <a:lnTo>
                    <a:pt x="3130" y="4189"/>
                  </a:lnTo>
                  <a:lnTo>
                    <a:pt x="0" y="3064"/>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16" name="Google Shape;326;p36">
              <a:extLst>
                <a:ext uri="{FF2B5EF4-FFF2-40B4-BE49-F238E27FC236}">
                  <a16:creationId xmlns:a16="http://schemas.microsoft.com/office/drawing/2014/main" id="{25238328-5AC4-E146-4FB8-D31FACF4C6F0}"/>
                </a:ext>
              </a:extLst>
            </p:cNvPr>
            <p:cNvSpPr/>
            <p:nvPr/>
          </p:nvSpPr>
          <p:spPr>
            <a:xfrm>
              <a:off x="8036732" y="905030"/>
              <a:ext cx="402863" cy="167785"/>
            </a:xfrm>
            <a:custGeom>
              <a:avLst/>
              <a:gdLst/>
              <a:ahLst/>
              <a:cxnLst/>
              <a:rect l="l" t="t" r="r" b="b"/>
              <a:pathLst>
                <a:path w="7185" h="2853" extrusionOk="0">
                  <a:moveTo>
                    <a:pt x="4979" y="1"/>
                  </a:moveTo>
                  <a:lnTo>
                    <a:pt x="2941" y="2362"/>
                  </a:lnTo>
                  <a:lnTo>
                    <a:pt x="501" y="1438"/>
                  </a:lnTo>
                  <a:lnTo>
                    <a:pt x="0" y="1727"/>
                  </a:lnTo>
                  <a:lnTo>
                    <a:pt x="3130" y="2852"/>
                  </a:lnTo>
                  <a:lnTo>
                    <a:pt x="5068" y="658"/>
                  </a:lnTo>
                  <a:lnTo>
                    <a:pt x="6739" y="2407"/>
                  </a:lnTo>
                  <a:lnTo>
                    <a:pt x="7185" y="2206"/>
                  </a:lnTo>
                  <a:lnTo>
                    <a:pt x="4979" y="1"/>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327;p36">
              <a:extLst>
                <a:ext uri="{FF2B5EF4-FFF2-40B4-BE49-F238E27FC236}">
                  <a16:creationId xmlns:a16="http://schemas.microsoft.com/office/drawing/2014/main" id="{EC120FD7-D636-6A87-A996-908877DC3ECE}"/>
                </a:ext>
              </a:extLst>
            </p:cNvPr>
            <p:cNvSpPr/>
            <p:nvPr/>
          </p:nvSpPr>
          <p:spPr>
            <a:xfrm>
              <a:off x="8373994" y="1210312"/>
              <a:ext cx="55005" cy="57046"/>
            </a:xfrm>
            <a:custGeom>
              <a:avLst/>
              <a:gdLst/>
              <a:ahLst/>
              <a:cxnLst/>
              <a:rect l="l" t="t" r="r" b="b"/>
              <a:pathLst>
                <a:path w="981" h="970" extrusionOk="0">
                  <a:moveTo>
                    <a:pt x="0" y="490"/>
                  </a:moveTo>
                  <a:cubicBezTo>
                    <a:pt x="0" y="758"/>
                    <a:pt x="212" y="969"/>
                    <a:pt x="490" y="969"/>
                  </a:cubicBezTo>
                  <a:cubicBezTo>
                    <a:pt x="758" y="969"/>
                    <a:pt x="980" y="758"/>
                    <a:pt x="980" y="490"/>
                  </a:cubicBezTo>
                  <a:cubicBezTo>
                    <a:pt x="980" y="212"/>
                    <a:pt x="758" y="0"/>
                    <a:pt x="490" y="0"/>
                  </a:cubicBezTo>
                  <a:cubicBezTo>
                    <a:pt x="212" y="0"/>
                    <a:pt x="0" y="212"/>
                    <a:pt x="0" y="49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18" name="Google Shape;328;p36">
              <a:extLst>
                <a:ext uri="{FF2B5EF4-FFF2-40B4-BE49-F238E27FC236}">
                  <a16:creationId xmlns:a16="http://schemas.microsoft.com/office/drawing/2014/main" id="{0780CF57-690B-C60A-9C94-1A6B85FF790A}"/>
                </a:ext>
              </a:extLst>
            </p:cNvPr>
            <p:cNvSpPr/>
            <p:nvPr/>
          </p:nvSpPr>
          <p:spPr>
            <a:xfrm>
              <a:off x="8257817" y="772061"/>
              <a:ext cx="256745" cy="236534"/>
            </a:xfrm>
            <a:custGeom>
              <a:avLst/>
              <a:gdLst/>
              <a:ahLst/>
              <a:cxnLst/>
              <a:rect l="l" t="t" r="r" b="b"/>
              <a:pathLst>
                <a:path w="4579" h="4022" extrusionOk="0">
                  <a:moveTo>
                    <a:pt x="591" y="0"/>
                  </a:moveTo>
                  <a:lnTo>
                    <a:pt x="4578" y="3843"/>
                  </a:lnTo>
                  <a:lnTo>
                    <a:pt x="4300" y="4022"/>
                  </a:lnTo>
                  <a:lnTo>
                    <a:pt x="0" y="702"/>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19" name="Google Shape;329;p36">
              <a:extLst>
                <a:ext uri="{FF2B5EF4-FFF2-40B4-BE49-F238E27FC236}">
                  <a16:creationId xmlns:a16="http://schemas.microsoft.com/office/drawing/2014/main" id="{F5DD9EF1-769C-964D-0BE9-4B20502F2DBC}"/>
                </a:ext>
              </a:extLst>
            </p:cNvPr>
            <p:cNvSpPr/>
            <p:nvPr/>
          </p:nvSpPr>
          <p:spPr>
            <a:xfrm>
              <a:off x="7343425" y="967251"/>
              <a:ext cx="184302" cy="336805"/>
            </a:xfrm>
            <a:custGeom>
              <a:avLst/>
              <a:gdLst/>
              <a:ahLst/>
              <a:cxnLst/>
              <a:rect l="l" t="t" r="r" b="b"/>
              <a:pathLst>
                <a:path w="3287" h="5727" extrusionOk="0">
                  <a:moveTo>
                    <a:pt x="2396" y="3621"/>
                  </a:moveTo>
                  <a:cubicBezTo>
                    <a:pt x="2106" y="2585"/>
                    <a:pt x="2474" y="1538"/>
                    <a:pt x="2674" y="1092"/>
                  </a:cubicBezTo>
                  <a:cubicBezTo>
                    <a:pt x="2518" y="981"/>
                    <a:pt x="2373" y="870"/>
                    <a:pt x="2217" y="769"/>
                  </a:cubicBezTo>
                  <a:cubicBezTo>
                    <a:pt x="1995" y="625"/>
                    <a:pt x="1761" y="502"/>
                    <a:pt x="1549" y="335"/>
                  </a:cubicBezTo>
                  <a:cubicBezTo>
                    <a:pt x="1415" y="235"/>
                    <a:pt x="1271" y="123"/>
                    <a:pt x="1137" y="1"/>
                  </a:cubicBezTo>
                  <a:cubicBezTo>
                    <a:pt x="279" y="825"/>
                    <a:pt x="1" y="2307"/>
                    <a:pt x="558" y="3699"/>
                  </a:cubicBezTo>
                  <a:cubicBezTo>
                    <a:pt x="1181" y="5258"/>
                    <a:pt x="2886" y="5726"/>
                    <a:pt x="2886" y="5726"/>
                  </a:cubicBezTo>
                  <a:lnTo>
                    <a:pt x="3287" y="5359"/>
                  </a:lnTo>
                  <a:cubicBezTo>
                    <a:pt x="3287" y="5359"/>
                    <a:pt x="2797" y="5002"/>
                    <a:pt x="2396" y="362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20" name="Google Shape;330;p36">
              <a:extLst>
                <a:ext uri="{FF2B5EF4-FFF2-40B4-BE49-F238E27FC236}">
                  <a16:creationId xmlns:a16="http://schemas.microsoft.com/office/drawing/2014/main" id="{CDE5A9D8-458E-598C-D8E4-33F1E2A00587}"/>
                </a:ext>
              </a:extLst>
            </p:cNvPr>
            <p:cNvSpPr/>
            <p:nvPr/>
          </p:nvSpPr>
          <p:spPr>
            <a:xfrm>
              <a:off x="7372806" y="967251"/>
              <a:ext cx="120607" cy="116032"/>
            </a:xfrm>
            <a:custGeom>
              <a:avLst/>
              <a:gdLst/>
              <a:ahLst/>
              <a:cxnLst/>
              <a:rect l="l" t="t" r="r" b="b"/>
              <a:pathLst>
                <a:path w="2151" h="1973" extrusionOk="0">
                  <a:moveTo>
                    <a:pt x="613" y="1"/>
                  </a:moveTo>
                  <a:cubicBezTo>
                    <a:pt x="357" y="246"/>
                    <a:pt x="145" y="569"/>
                    <a:pt x="0" y="925"/>
                  </a:cubicBezTo>
                  <a:cubicBezTo>
                    <a:pt x="234" y="1460"/>
                    <a:pt x="1682" y="1950"/>
                    <a:pt x="1860" y="1972"/>
                  </a:cubicBezTo>
                  <a:cubicBezTo>
                    <a:pt x="1938" y="1605"/>
                    <a:pt x="2061" y="1282"/>
                    <a:pt x="2150" y="1092"/>
                  </a:cubicBezTo>
                  <a:cubicBezTo>
                    <a:pt x="1994" y="981"/>
                    <a:pt x="1849" y="870"/>
                    <a:pt x="1693" y="769"/>
                  </a:cubicBezTo>
                  <a:cubicBezTo>
                    <a:pt x="1471" y="625"/>
                    <a:pt x="1237" y="502"/>
                    <a:pt x="1025" y="335"/>
                  </a:cubicBezTo>
                  <a:cubicBezTo>
                    <a:pt x="891" y="235"/>
                    <a:pt x="747" y="123"/>
                    <a:pt x="613"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331;p36">
              <a:extLst>
                <a:ext uri="{FF2B5EF4-FFF2-40B4-BE49-F238E27FC236}">
                  <a16:creationId xmlns:a16="http://schemas.microsoft.com/office/drawing/2014/main" id="{8C396A4E-BF48-6F40-ACF8-05B2FBE11F4F}"/>
                </a:ext>
              </a:extLst>
            </p:cNvPr>
            <p:cNvSpPr/>
            <p:nvPr/>
          </p:nvSpPr>
          <p:spPr>
            <a:xfrm>
              <a:off x="7377796" y="763533"/>
              <a:ext cx="621480" cy="323043"/>
            </a:xfrm>
            <a:custGeom>
              <a:avLst/>
              <a:gdLst/>
              <a:ahLst/>
              <a:cxnLst/>
              <a:rect l="l" t="t" r="r" b="b"/>
              <a:pathLst>
                <a:path w="11084" h="5493" extrusionOk="0">
                  <a:moveTo>
                    <a:pt x="10137" y="3465"/>
                  </a:moveTo>
                  <a:lnTo>
                    <a:pt x="7631" y="3543"/>
                  </a:lnTo>
                  <a:lnTo>
                    <a:pt x="4913" y="1"/>
                  </a:lnTo>
                  <a:lnTo>
                    <a:pt x="0" y="3933"/>
                  </a:lnTo>
                  <a:lnTo>
                    <a:pt x="2250" y="4902"/>
                  </a:lnTo>
                  <a:lnTo>
                    <a:pt x="4445" y="2607"/>
                  </a:lnTo>
                  <a:lnTo>
                    <a:pt x="6985" y="5492"/>
                  </a:lnTo>
                  <a:lnTo>
                    <a:pt x="11084" y="4011"/>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22" name="Google Shape;332;p36">
              <a:extLst>
                <a:ext uri="{FF2B5EF4-FFF2-40B4-BE49-F238E27FC236}">
                  <a16:creationId xmlns:a16="http://schemas.microsoft.com/office/drawing/2014/main" id="{CBF8AA7D-207D-693F-DC10-1F297EAA6383}"/>
                </a:ext>
              </a:extLst>
            </p:cNvPr>
            <p:cNvSpPr/>
            <p:nvPr/>
          </p:nvSpPr>
          <p:spPr>
            <a:xfrm>
              <a:off x="7470872" y="866392"/>
              <a:ext cx="528404" cy="220185"/>
            </a:xfrm>
            <a:custGeom>
              <a:avLst/>
              <a:gdLst/>
              <a:ahLst/>
              <a:cxnLst/>
              <a:rect l="l" t="t" r="r" b="b"/>
              <a:pathLst>
                <a:path w="9424" h="3744" extrusionOk="0">
                  <a:moveTo>
                    <a:pt x="2907" y="0"/>
                  </a:moveTo>
                  <a:lnTo>
                    <a:pt x="0" y="2897"/>
                  </a:lnTo>
                  <a:lnTo>
                    <a:pt x="590" y="3153"/>
                  </a:lnTo>
                  <a:lnTo>
                    <a:pt x="2785" y="858"/>
                  </a:lnTo>
                  <a:lnTo>
                    <a:pt x="5325" y="3743"/>
                  </a:lnTo>
                  <a:lnTo>
                    <a:pt x="9424" y="2262"/>
                  </a:lnTo>
                  <a:lnTo>
                    <a:pt x="8778" y="1883"/>
                  </a:lnTo>
                  <a:lnTo>
                    <a:pt x="5581" y="3097"/>
                  </a:lnTo>
                  <a:lnTo>
                    <a:pt x="2907" y="0"/>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333;p36">
              <a:extLst>
                <a:ext uri="{FF2B5EF4-FFF2-40B4-BE49-F238E27FC236}">
                  <a16:creationId xmlns:a16="http://schemas.microsoft.com/office/drawing/2014/main" id="{FB919039-BBAC-F361-A34F-FB52FD56B5CD}"/>
                </a:ext>
              </a:extLst>
            </p:cNvPr>
            <p:cNvSpPr/>
            <p:nvPr/>
          </p:nvSpPr>
          <p:spPr>
            <a:xfrm>
              <a:off x="7485843" y="1266005"/>
              <a:ext cx="71882" cy="75394"/>
            </a:xfrm>
            <a:custGeom>
              <a:avLst/>
              <a:gdLst/>
              <a:ahLst/>
              <a:cxnLst/>
              <a:rect l="l" t="t" r="r" b="b"/>
              <a:pathLst>
                <a:path w="1282" h="1282" extrusionOk="0">
                  <a:moveTo>
                    <a:pt x="1281" y="646"/>
                  </a:moveTo>
                  <a:cubicBezTo>
                    <a:pt x="1281" y="1003"/>
                    <a:pt x="992" y="1281"/>
                    <a:pt x="635" y="1281"/>
                  </a:cubicBezTo>
                  <a:cubicBezTo>
                    <a:pt x="279" y="1281"/>
                    <a:pt x="0" y="1003"/>
                    <a:pt x="0" y="646"/>
                  </a:cubicBezTo>
                  <a:cubicBezTo>
                    <a:pt x="0" y="290"/>
                    <a:pt x="279" y="0"/>
                    <a:pt x="635" y="0"/>
                  </a:cubicBezTo>
                  <a:cubicBezTo>
                    <a:pt x="992" y="0"/>
                    <a:pt x="1281" y="290"/>
                    <a:pt x="1281" y="64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24" name="Google Shape;334;p36">
              <a:extLst>
                <a:ext uri="{FF2B5EF4-FFF2-40B4-BE49-F238E27FC236}">
                  <a16:creationId xmlns:a16="http://schemas.microsoft.com/office/drawing/2014/main" id="{53F66FA5-8623-9CD9-BBB8-C63F2D77A5CC}"/>
                </a:ext>
              </a:extLst>
            </p:cNvPr>
            <p:cNvSpPr/>
            <p:nvPr/>
          </p:nvSpPr>
          <p:spPr>
            <a:xfrm>
              <a:off x="7372806" y="692138"/>
              <a:ext cx="337317" cy="309929"/>
            </a:xfrm>
            <a:custGeom>
              <a:avLst/>
              <a:gdLst/>
              <a:ahLst/>
              <a:cxnLst/>
              <a:rect l="l" t="t" r="r" b="b"/>
              <a:pathLst>
                <a:path w="6016" h="5270" extrusionOk="0">
                  <a:moveTo>
                    <a:pt x="5224" y="0"/>
                  </a:moveTo>
                  <a:lnTo>
                    <a:pt x="0" y="5046"/>
                  </a:lnTo>
                  <a:lnTo>
                    <a:pt x="379" y="5269"/>
                  </a:lnTo>
                  <a:lnTo>
                    <a:pt x="6015" y="925"/>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25" name="Google Shape;335;p36">
              <a:extLst>
                <a:ext uri="{FF2B5EF4-FFF2-40B4-BE49-F238E27FC236}">
                  <a16:creationId xmlns:a16="http://schemas.microsoft.com/office/drawing/2014/main" id="{BAE210EA-D04D-14DB-6EAE-07DA4B1F261E}"/>
                </a:ext>
              </a:extLst>
            </p:cNvPr>
            <p:cNvSpPr/>
            <p:nvPr/>
          </p:nvSpPr>
          <p:spPr>
            <a:xfrm>
              <a:off x="8513272" y="967251"/>
              <a:ext cx="184302" cy="336805"/>
            </a:xfrm>
            <a:custGeom>
              <a:avLst/>
              <a:gdLst/>
              <a:ahLst/>
              <a:cxnLst/>
              <a:rect l="l" t="t" r="r" b="b"/>
              <a:pathLst>
                <a:path w="3287" h="5727" extrusionOk="0">
                  <a:moveTo>
                    <a:pt x="891" y="3621"/>
                  </a:moveTo>
                  <a:cubicBezTo>
                    <a:pt x="1192" y="2585"/>
                    <a:pt x="813" y="1538"/>
                    <a:pt x="624" y="1092"/>
                  </a:cubicBezTo>
                  <a:cubicBezTo>
                    <a:pt x="769" y="981"/>
                    <a:pt x="914" y="870"/>
                    <a:pt x="1069" y="769"/>
                  </a:cubicBezTo>
                  <a:cubicBezTo>
                    <a:pt x="1292" y="625"/>
                    <a:pt x="1526" y="502"/>
                    <a:pt x="1738" y="335"/>
                  </a:cubicBezTo>
                  <a:cubicBezTo>
                    <a:pt x="1883" y="235"/>
                    <a:pt x="2016" y="123"/>
                    <a:pt x="2150" y="1"/>
                  </a:cubicBezTo>
                  <a:cubicBezTo>
                    <a:pt x="3008" y="825"/>
                    <a:pt x="3286" y="2307"/>
                    <a:pt x="2729" y="3699"/>
                  </a:cubicBezTo>
                  <a:cubicBezTo>
                    <a:pt x="2117" y="5258"/>
                    <a:pt x="401" y="5726"/>
                    <a:pt x="401" y="5726"/>
                  </a:cubicBezTo>
                  <a:lnTo>
                    <a:pt x="0" y="5359"/>
                  </a:lnTo>
                  <a:cubicBezTo>
                    <a:pt x="0" y="5359"/>
                    <a:pt x="501" y="5002"/>
                    <a:pt x="891" y="362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26" name="Google Shape;336;p36">
              <a:extLst>
                <a:ext uri="{FF2B5EF4-FFF2-40B4-BE49-F238E27FC236}">
                  <a16:creationId xmlns:a16="http://schemas.microsoft.com/office/drawing/2014/main" id="{3AFFA63C-E14A-857D-A05A-205C40F8E05C}"/>
                </a:ext>
              </a:extLst>
            </p:cNvPr>
            <p:cNvSpPr/>
            <p:nvPr/>
          </p:nvSpPr>
          <p:spPr>
            <a:xfrm>
              <a:off x="8548204" y="967251"/>
              <a:ext cx="119990" cy="116032"/>
            </a:xfrm>
            <a:custGeom>
              <a:avLst/>
              <a:gdLst/>
              <a:ahLst/>
              <a:cxnLst/>
              <a:rect l="l" t="t" r="r" b="b"/>
              <a:pathLst>
                <a:path w="2140" h="1973" extrusionOk="0">
                  <a:moveTo>
                    <a:pt x="1527" y="1"/>
                  </a:moveTo>
                  <a:cubicBezTo>
                    <a:pt x="1393" y="123"/>
                    <a:pt x="1260" y="235"/>
                    <a:pt x="1115" y="335"/>
                  </a:cubicBezTo>
                  <a:cubicBezTo>
                    <a:pt x="903" y="502"/>
                    <a:pt x="669" y="625"/>
                    <a:pt x="446" y="769"/>
                  </a:cubicBezTo>
                  <a:cubicBezTo>
                    <a:pt x="291" y="870"/>
                    <a:pt x="146" y="981"/>
                    <a:pt x="1" y="1092"/>
                  </a:cubicBezTo>
                  <a:cubicBezTo>
                    <a:pt x="79" y="1282"/>
                    <a:pt x="201" y="1605"/>
                    <a:pt x="279" y="1972"/>
                  </a:cubicBezTo>
                  <a:cubicBezTo>
                    <a:pt x="458" y="1950"/>
                    <a:pt x="1906" y="1460"/>
                    <a:pt x="2140" y="925"/>
                  </a:cubicBezTo>
                  <a:cubicBezTo>
                    <a:pt x="1995" y="569"/>
                    <a:pt x="1794" y="246"/>
                    <a:pt x="1527"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337;p36">
              <a:extLst>
                <a:ext uri="{FF2B5EF4-FFF2-40B4-BE49-F238E27FC236}">
                  <a16:creationId xmlns:a16="http://schemas.microsoft.com/office/drawing/2014/main" id="{A3A6CD31-E675-AFEF-4B67-5FF09100DF8F}"/>
                </a:ext>
              </a:extLst>
            </p:cNvPr>
            <p:cNvSpPr/>
            <p:nvPr/>
          </p:nvSpPr>
          <p:spPr>
            <a:xfrm>
              <a:off x="8041722" y="763533"/>
              <a:ext cx="621480" cy="323043"/>
            </a:xfrm>
            <a:custGeom>
              <a:avLst/>
              <a:gdLst/>
              <a:ahLst/>
              <a:cxnLst/>
              <a:rect l="l" t="t" r="r" b="b"/>
              <a:pathLst>
                <a:path w="11084" h="5493" extrusionOk="0">
                  <a:moveTo>
                    <a:pt x="947" y="3465"/>
                  </a:moveTo>
                  <a:lnTo>
                    <a:pt x="3453" y="3543"/>
                  </a:lnTo>
                  <a:lnTo>
                    <a:pt x="6171" y="1"/>
                  </a:lnTo>
                  <a:lnTo>
                    <a:pt x="11083" y="3933"/>
                  </a:lnTo>
                  <a:lnTo>
                    <a:pt x="8833" y="4902"/>
                  </a:lnTo>
                  <a:lnTo>
                    <a:pt x="6639" y="2607"/>
                  </a:lnTo>
                  <a:lnTo>
                    <a:pt x="4110" y="5492"/>
                  </a:lnTo>
                  <a:lnTo>
                    <a:pt x="0" y="4011"/>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28" name="Google Shape;338;p36">
              <a:extLst>
                <a:ext uri="{FF2B5EF4-FFF2-40B4-BE49-F238E27FC236}">
                  <a16:creationId xmlns:a16="http://schemas.microsoft.com/office/drawing/2014/main" id="{3CC0B58F-9502-F23A-BF76-BB19A6496926}"/>
                </a:ext>
              </a:extLst>
            </p:cNvPr>
            <p:cNvSpPr/>
            <p:nvPr/>
          </p:nvSpPr>
          <p:spPr>
            <a:xfrm>
              <a:off x="8041722" y="866392"/>
              <a:ext cx="528404" cy="220185"/>
            </a:xfrm>
            <a:custGeom>
              <a:avLst/>
              <a:gdLst/>
              <a:ahLst/>
              <a:cxnLst/>
              <a:rect l="l" t="t" r="r" b="b"/>
              <a:pathLst>
                <a:path w="9424" h="3744" extrusionOk="0">
                  <a:moveTo>
                    <a:pt x="6516" y="0"/>
                  </a:moveTo>
                  <a:lnTo>
                    <a:pt x="3854" y="3097"/>
                  </a:lnTo>
                  <a:lnTo>
                    <a:pt x="657" y="1883"/>
                  </a:lnTo>
                  <a:lnTo>
                    <a:pt x="0" y="2262"/>
                  </a:lnTo>
                  <a:lnTo>
                    <a:pt x="4110" y="3743"/>
                  </a:lnTo>
                  <a:lnTo>
                    <a:pt x="6639" y="858"/>
                  </a:lnTo>
                  <a:lnTo>
                    <a:pt x="8833" y="3153"/>
                  </a:lnTo>
                  <a:lnTo>
                    <a:pt x="9424" y="2897"/>
                  </a:lnTo>
                  <a:lnTo>
                    <a:pt x="6516" y="0"/>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339;p36">
              <a:extLst>
                <a:ext uri="{FF2B5EF4-FFF2-40B4-BE49-F238E27FC236}">
                  <a16:creationId xmlns:a16="http://schemas.microsoft.com/office/drawing/2014/main" id="{D94315D1-FBF7-A90F-D76E-7AA3736DE979}"/>
                </a:ext>
              </a:extLst>
            </p:cNvPr>
            <p:cNvSpPr/>
            <p:nvPr/>
          </p:nvSpPr>
          <p:spPr>
            <a:xfrm>
              <a:off x="8483275" y="1266005"/>
              <a:ext cx="72499" cy="75394"/>
            </a:xfrm>
            <a:custGeom>
              <a:avLst/>
              <a:gdLst/>
              <a:ahLst/>
              <a:cxnLst/>
              <a:rect l="l" t="t" r="r" b="b"/>
              <a:pathLst>
                <a:path w="1293" h="1282" extrusionOk="0">
                  <a:moveTo>
                    <a:pt x="0" y="646"/>
                  </a:moveTo>
                  <a:cubicBezTo>
                    <a:pt x="0" y="1003"/>
                    <a:pt x="290" y="1281"/>
                    <a:pt x="647" y="1281"/>
                  </a:cubicBezTo>
                  <a:cubicBezTo>
                    <a:pt x="1003" y="1281"/>
                    <a:pt x="1293" y="1003"/>
                    <a:pt x="1293" y="646"/>
                  </a:cubicBezTo>
                  <a:cubicBezTo>
                    <a:pt x="1293" y="290"/>
                    <a:pt x="1003" y="0"/>
                    <a:pt x="647" y="0"/>
                  </a:cubicBezTo>
                  <a:cubicBezTo>
                    <a:pt x="290" y="0"/>
                    <a:pt x="0" y="290"/>
                    <a:pt x="0" y="64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0" name="Google Shape;340;p36">
              <a:extLst>
                <a:ext uri="{FF2B5EF4-FFF2-40B4-BE49-F238E27FC236}">
                  <a16:creationId xmlns:a16="http://schemas.microsoft.com/office/drawing/2014/main" id="{9DD555B6-A49F-6533-2EC8-6DED21DDE1AE}"/>
                </a:ext>
              </a:extLst>
            </p:cNvPr>
            <p:cNvSpPr/>
            <p:nvPr/>
          </p:nvSpPr>
          <p:spPr>
            <a:xfrm>
              <a:off x="8330876" y="692138"/>
              <a:ext cx="337317" cy="309929"/>
            </a:xfrm>
            <a:custGeom>
              <a:avLst/>
              <a:gdLst/>
              <a:ahLst/>
              <a:cxnLst/>
              <a:rect l="l" t="t" r="r" b="b"/>
              <a:pathLst>
                <a:path w="6016" h="5270" extrusionOk="0">
                  <a:moveTo>
                    <a:pt x="791" y="0"/>
                  </a:moveTo>
                  <a:lnTo>
                    <a:pt x="6016" y="5046"/>
                  </a:lnTo>
                  <a:lnTo>
                    <a:pt x="5648" y="5269"/>
                  </a:lnTo>
                  <a:lnTo>
                    <a:pt x="1" y="925"/>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1" name="Google Shape;341;p36">
              <a:extLst>
                <a:ext uri="{FF2B5EF4-FFF2-40B4-BE49-F238E27FC236}">
                  <a16:creationId xmlns:a16="http://schemas.microsoft.com/office/drawing/2014/main" id="{6336FED8-846E-0FAF-2204-24417F15B9B6}"/>
                </a:ext>
              </a:extLst>
            </p:cNvPr>
            <p:cNvSpPr/>
            <p:nvPr/>
          </p:nvSpPr>
          <p:spPr>
            <a:xfrm>
              <a:off x="7790024" y="810052"/>
              <a:ext cx="460951" cy="211657"/>
            </a:xfrm>
            <a:custGeom>
              <a:avLst/>
              <a:gdLst/>
              <a:ahLst/>
              <a:cxnLst/>
              <a:rect l="l" t="t" r="r" b="b"/>
              <a:pathLst>
                <a:path w="8221" h="3599" extrusionOk="0">
                  <a:moveTo>
                    <a:pt x="11" y="0"/>
                  </a:moveTo>
                  <a:cubicBezTo>
                    <a:pt x="0" y="279"/>
                    <a:pt x="11" y="502"/>
                    <a:pt x="34" y="635"/>
                  </a:cubicBezTo>
                  <a:cubicBezTo>
                    <a:pt x="145" y="1215"/>
                    <a:pt x="1693" y="3086"/>
                    <a:pt x="1983" y="3264"/>
                  </a:cubicBezTo>
                  <a:cubicBezTo>
                    <a:pt x="2272" y="3442"/>
                    <a:pt x="2997" y="3598"/>
                    <a:pt x="4110" y="3598"/>
                  </a:cubicBezTo>
                  <a:cubicBezTo>
                    <a:pt x="5224" y="3598"/>
                    <a:pt x="5948" y="3442"/>
                    <a:pt x="6238" y="3264"/>
                  </a:cubicBezTo>
                  <a:cubicBezTo>
                    <a:pt x="6539" y="3086"/>
                    <a:pt x="8076" y="1215"/>
                    <a:pt x="8187" y="635"/>
                  </a:cubicBezTo>
                  <a:cubicBezTo>
                    <a:pt x="8210" y="502"/>
                    <a:pt x="8221" y="279"/>
                    <a:pt x="8210"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2" name="Google Shape;342;p36">
              <a:extLst>
                <a:ext uri="{FF2B5EF4-FFF2-40B4-BE49-F238E27FC236}">
                  <a16:creationId xmlns:a16="http://schemas.microsoft.com/office/drawing/2014/main" id="{58440BB7-0782-A467-76DF-DCB03A6383E7}"/>
                </a:ext>
              </a:extLst>
            </p:cNvPr>
            <p:cNvSpPr/>
            <p:nvPr/>
          </p:nvSpPr>
          <p:spPr>
            <a:xfrm>
              <a:off x="7785650" y="328575"/>
              <a:ext cx="469698" cy="579808"/>
            </a:xfrm>
            <a:custGeom>
              <a:avLst/>
              <a:gdLst/>
              <a:ahLst/>
              <a:cxnLst/>
              <a:rect l="l" t="t" r="r" b="b"/>
              <a:pathLst>
                <a:path w="8377" h="9859" extrusionOk="0">
                  <a:moveTo>
                    <a:pt x="4957" y="502"/>
                  </a:moveTo>
                  <a:cubicBezTo>
                    <a:pt x="4567" y="0"/>
                    <a:pt x="3810" y="0"/>
                    <a:pt x="3420" y="502"/>
                  </a:cubicBezTo>
                  <a:cubicBezTo>
                    <a:pt x="3008" y="1025"/>
                    <a:pt x="2451" y="1816"/>
                    <a:pt x="1749" y="3019"/>
                  </a:cubicBezTo>
                  <a:cubicBezTo>
                    <a:pt x="156" y="5715"/>
                    <a:pt x="0" y="8232"/>
                    <a:pt x="112" y="8822"/>
                  </a:cubicBezTo>
                  <a:cubicBezTo>
                    <a:pt x="112" y="8834"/>
                    <a:pt x="123" y="8856"/>
                    <a:pt x="134" y="8867"/>
                  </a:cubicBezTo>
                  <a:cubicBezTo>
                    <a:pt x="1337" y="9502"/>
                    <a:pt x="2718" y="9858"/>
                    <a:pt x="4188" y="9858"/>
                  </a:cubicBezTo>
                  <a:cubicBezTo>
                    <a:pt x="5659" y="9858"/>
                    <a:pt x="7040" y="9502"/>
                    <a:pt x="8254" y="8867"/>
                  </a:cubicBezTo>
                  <a:cubicBezTo>
                    <a:pt x="8254" y="8856"/>
                    <a:pt x="8265" y="8834"/>
                    <a:pt x="8265" y="8822"/>
                  </a:cubicBezTo>
                  <a:cubicBezTo>
                    <a:pt x="8377" y="8232"/>
                    <a:pt x="8221" y="5715"/>
                    <a:pt x="6639" y="3019"/>
                  </a:cubicBezTo>
                  <a:cubicBezTo>
                    <a:pt x="5926" y="1816"/>
                    <a:pt x="5369" y="1025"/>
                    <a:pt x="4957" y="502"/>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3" name="Google Shape;343;p36">
              <a:extLst>
                <a:ext uri="{FF2B5EF4-FFF2-40B4-BE49-F238E27FC236}">
                  <a16:creationId xmlns:a16="http://schemas.microsoft.com/office/drawing/2014/main" id="{ED0CC5A3-1A8C-1CB0-9C31-0120E802B587}"/>
                </a:ext>
              </a:extLst>
            </p:cNvPr>
            <p:cNvSpPr/>
            <p:nvPr/>
          </p:nvSpPr>
          <p:spPr>
            <a:xfrm>
              <a:off x="7948646" y="382268"/>
              <a:ext cx="143707" cy="28876"/>
            </a:xfrm>
            <a:custGeom>
              <a:avLst/>
              <a:gdLst/>
              <a:ahLst/>
              <a:cxnLst/>
              <a:rect l="l" t="t" r="r" b="b"/>
              <a:pathLst>
                <a:path w="2563" h="491" extrusionOk="0">
                  <a:moveTo>
                    <a:pt x="1281" y="491"/>
                  </a:moveTo>
                  <a:cubicBezTo>
                    <a:pt x="1716" y="491"/>
                    <a:pt x="2150" y="413"/>
                    <a:pt x="2562" y="290"/>
                  </a:cubicBezTo>
                  <a:cubicBezTo>
                    <a:pt x="2496" y="190"/>
                    <a:pt x="2429" y="90"/>
                    <a:pt x="2362" y="1"/>
                  </a:cubicBezTo>
                  <a:cubicBezTo>
                    <a:pt x="2306" y="23"/>
                    <a:pt x="2251" y="34"/>
                    <a:pt x="2195" y="45"/>
                  </a:cubicBezTo>
                  <a:cubicBezTo>
                    <a:pt x="2161" y="56"/>
                    <a:pt x="2128" y="56"/>
                    <a:pt x="2106" y="67"/>
                  </a:cubicBezTo>
                  <a:cubicBezTo>
                    <a:pt x="1950" y="179"/>
                    <a:pt x="1749" y="246"/>
                    <a:pt x="1515" y="246"/>
                  </a:cubicBezTo>
                  <a:cubicBezTo>
                    <a:pt x="1371" y="246"/>
                    <a:pt x="1248" y="223"/>
                    <a:pt x="1137" y="179"/>
                  </a:cubicBezTo>
                  <a:cubicBezTo>
                    <a:pt x="992" y="168"/>
                    <a:pt x="858" y="157"/>
                    <a:pt x="1047" y="145"/>
                  </a:cubicBezTo>
                  <a:cubicBezTo>
                    <a:pt x="981" y="157"/>
                    <a:pt x="914" y="157"/>
                    <a:pt x="847" y="157"/>
                  </a:cubicBezTo>
                  <a:cubicBezTo>
                    <a:pt x="669" y="145"/>
                    <a:pt x="502" y="123"/>
                    <a:pt x="335" y="79"/>
                  </a:cubicBezTo>
                  <a:cubicBezTo>
                    <a:pt x="279" y="67"/>
                    <a:pt x="223" y="56"/>
                    <a:pt x="179" y="34"/>
                  </a:cubicBezTo>
                  <a:cubicBezTo>
                    <a:pt x="123" y="112"/>
                    <a:pt x="56" y="201"/>
                    <a:pt x="0" y="290"/>
                  </a:cubicBezTo>
                  <a:cubicBezTo>
                    <a:pt x="413" y="413"/>
                    <a:pt x="847" y="491"/>
                    <a:pt x="1281" y="49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4" name="Google Shape;344;p36">
              <a:extLst>
                <a:ext uri="{FF2B5EF4-FFF2-40B4-BE49-F238E27FC236}">
                  <a16:creationId xmlns:a16="http://schemas.microsoft.com/office/drawing/2014/main" id="{34E7E58A-0287-0200-9882-EA4901EB3C19}"/>
                </a:ext>
              </a:extLst>
            </p:cNvPr>
            <p:cNvSpPr/>
            <p:nvPr/>
          </p:nvSpPr>
          <p:spPr>
            <a:xfrm>
              <a:off x="7956776" y="335926"/>
              <a:ext cx="128064" cy="63456"/>
            </a:xfrm>
            <a:custGeom>
              <a:avLst/>
              <a:gdLst/>
              <a:ahLst/>
              <a:cxnLst/>
              <a:rect l="l" t="t" r="r" b="b"/>
              <a:pathLst>
                <a:path w="2284" h="1079" extrusionOk="0">
                  <a:moveTo>
                    <a:pt x="1136" y="1"/>
                  </a:moveTo>
                  <a:cubicBezTo>
                    <a:pt x="850" y="1"/>
                    <a:pt x="563" y="126"/>
                    <a:pt x="368" y="377"/>
                  </a:cubicBezTo>
                  <a:cubicBezTo>
                    <a:pt x="256" y="521"/>
                    <a:pt x="134" y="688"/>
                    <a:pt x="0" y="878"/>
                  </a:cubicBezTo>
                  <a:cubicBezTo>
                    <a:pt x="368" y="1011"/>
                    <a:pt x="747" y="1078"/>
                    <a:pt x="1136" y="1078"/>
                  </a:cubicBezTo>
                  <a:cubicBezTo>
                    <a:pt x="1526" y="1078"/>
                    <a:pt x="1905" y="1011"/>
                    <a:pt x="2284" y="878"/>
                  </a:cubicBezTo>
                  <a:cubicBezTo>
                    <a:pt x="2139" y="688"/>
                    <a:pt x="2016" y="521"/>
                    <a:pt x="1905" y="377"/>
                  </a:cubicBezTo>
                  <a:cubicBezTo>
                    <a:pt x="1710" y="126"/>
                    <a:pt x="1423" y="1"/>
                    <a:pt x="1136"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5" name="Google Shape;345;p36">
              <a:extLst>
                <a:ext uri="{FF2B5EF4-FFF2-40B4-BE49-F238E27FC236}">
                  <a16:creationId xmlns:a16="http://schemas.microsoft.com/office/drawing/2014/main" id="{985FF9EE-ADC1-6E3C-C943-70B1764FAFF1}"/>
                </a:ext>
              </a:extLst>
            </p:cNvPr>
            <p:cNvSpPr/>
            <p:nvPr/>
          </p:nvSpPr>
          <p:spPr>
            <a:xfrm>
              <a:off x="7789351" y="757005"/>
              <a:ext cx="462241" cy="151377"/>
            </a:xfrm>
            <a:custGeom>
              <a:avLst/>
              <a:gdLst/>
              <a:ahLst/>
              <a:cxnLst/>
              <a:rect l="l" t="t" r="r" b="b"/>
              <a:pathLst>
                <a:path w="8244" h="2574" extrusionOk="0">
                  <a:moveTo>
                    <a:pt x="123" y="0"/>
                  </a:moveTo>
                  <a:cubicBezTo>
                    <a:pt x="1" y="746"/>
                    <a:pt x="1" y="1292"/>
                    <a:pt x="46" y="1537"/>
                  </a:cubicBezTo>
                  <a:cubicBezTo>
                    <a:pt x="46" y="1549"/>
                    <a:pt x="57" y="1571"/>
                    <a:pt x="68" y="1582"/>
                  </a:cubicBezTo>
                  <a:cubicBezTo>
                    <a:pt x="1271" y="2217"/>
                    <a:pt x="2652" y="2573"/>
                    <a:pt x="4122" y="2573"/>
                  </a:cubicBezTo>
                  <a:cubicBezTo>
                    <a:pt x="5593" y="2573"/>
                    <a:pt x="6974" y="2217"/>
                    <a:pt x="8188" y="1582"/>
                  </a:cubicBezTo>
                  <a:cubicBezTo>
                    <a:pt x="8188" y="1571"/>
                    <a:pt x="8199" y="1549"/>
                    <a:pt x="8199" y="1537"/>
                  </a:cubicBezTo>
                  <a:cubicBezTo>
                    <a:pt x="8244" y="1292"/>
                    <a:pt x="8244" y="746"/>
                    <a:pt x="8121" y="0"/>
                  </a:cubicBezTo>
                  <a:cubicBezTo>
                    <a:pt x="6929" y="613"/>
                    <a:pt x="5570" y="969"/>
                    <a:pt x="4122" y="969"/>
                  </a:cubicBezTo>
                  <a:cubicBezTo>
                    <a:pt x="2674" y="969"/>
                    <a:pt x="1315" y="613"/>
                    <a:pt x="123"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6" name="Google Shape;346;p36">
              <a:extLst>
                <a:ext uri="{FF2B5EF4-FFF2-40B4-BE49-F238E27FC236}">
                  <a16:creationId xmlns:a16="http://schemas.microsoft.com/office/drawing/2014/main" id="{765BE02B-F452-42CC-B63D-CF041C0C1355}"/>
                </a:ext>
              </a:extLst>
            </p:cNvPr>
            <p:cNvSpPr/>
            <p:nvPr/>
          </p:nvSpPr>
          <p:spPr>
            <a:xfrm>
              <a:off x="7884333" y="478599"/>
              <a:ext cx="71209" cy="79982"/>
            </a:xfrm>
            <a:custGeom>
              <a:avLst/>
              <a:gdLst/>
              <a:ahLst/>
              <a:cxnLst/>
              <a:rect l="l" t="t" r="r" b="b"/>
              <a:pathLst>
                <a:path w="1270" h="1360" extrusionOk="0">
                  <a:moveTo>
                    <a:pt x="1270" y="1025"/>
                  </a:moveTo>
                  <a:lnTo>
                    <a:pt x="267" y="0"/>
                  </a:lnTo>
                  <a:cubicBezTo>
                    <a:pt x="178" y="145"/>
                    <a:pt x="89" y="290"/>
                    <a:pt x="0" y="446"/>
                  </a:cubicBezTo>
                  <a:lnTo>
                    <a:pt x="1147" y="1359"/>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7" name="Google Shape;347;p36">
              <a:extLst>
                <a:ext uri="{FF2B5EF4-FFF2-40B4-BE49-F238E27FC236}">
                  <a16:creationId xmlns:a16="http://schemas.microsoft.com/office/drawing/2014/main" id="{B496BFB5-8005-37F6-577E-68E294131DFB}"/>
                </a:ext>
              </a:extLst>
            </p:cNvPr>
            <p:cNvSpPr/>
            <p:nvPr/>
          </p:nvSpPr>
          <p:spPr>
            <a:xfrm>
              <a:off x="8085401" y="478599"/>
              <a:ext cx="71265" cy="79982"/>
            </a:xfrm>
            <a:custGeom>
              <a:avLst/>
              <a:gdLst/>
              <a:ahLst/>
              <a:cxnLst/>
              <a:rect l="l" t="t" r="r" b="b"/>
              <a:pathLst>
                <a:path w="1271" h="1360" extrusionOk="0">
                  <a:moveTo>
                    <a:pt x="123" y="1359"/>
                  </a:moveTo>
                  <a:lnTo>
                    <a:pt x="1271" y="446"/>
                  </a:lnTo>
                  <a:cubicBezTo>
                    <a:pt x="1182" y="290"/>
                    <a:pt x="1093" y="145"/>
                    <a:pt x="1015" y="0"/>
                  </a:cubicBezTo>
                  <a:lnTo>
                    <a:pt x="1" y="1025"/>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8" name="Google Shape;348;p36">
              <a:extLst>
                <a:ext uri="{FF2B5EF4-FFF2-40B4-BE49-F238E27FC236}">
                  <a16:creationId xmlns:a16="http://schemas.microsoft.com/office/drawing/2014/main" id="{9BA9C14C-1CFE-2115-1D75-EE4A8C66A99D}"/>
                </a:ext>
              </a:extLst>
            </p:cNvPr>
            <p:cNvSpPr/>
            <p:nvPr/>
          </p:nvSpPr>
          <p:spPr>
            <a:xfrm>
              <a:off x="8009874" y="681670"/>
              <a:ext cx="21251" cy="340039"/>
            </a:xfrm>
            <a:custGeom>
              <a:avLst/>
              <a:gdLst/>
              <a:ahLst/>
              <a:cxnLst/>
              <a:rect l="l" t="t" r="r" b="b"/>
              <a:pathLst>
                <a:path w="379" h="5782" extrusionOk="0">
                  <a:moveTo>
                    <a:pt x="0" y="0"/>
                  </a:moveTo>
                  <a:lnTo>
                    <a:pt x="0" y="5770"/>
                  </a:lnTo>
                  <a:cubicBezTo>
                    <a:pt x="67" y="5781"/>
                    <a:pt x="123" y="5781"/>
                    <a:pt x="189" y="5781"/>
                  </a:cubicBezTo>
                  <a:cubicBezTo>
                    <a:pt x="256" y="5781"/>
                    <a:pt x="312" y="5781"/>
                    <a:pt x="379" y="5770"/>
                  </a:cubicBezTo>
                  <a:lnTo>
                    <a:pt x="379" y="0"/>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39" name="Google Shape;349;p36">
              <a:extLst>
                <a:ext uri="{FF2B5EF4-FFF2-40B4-BE49-F238E27FC236}">
                  <a16:creationId xmlns:a16="http://schemas.microsoft.com/office/drawing/2014/main" id="{A22183F4-9E62-88D6-C910-A9E485A3C954}"/>
                </a:ext>
              </a:extLst>
            </p:cNvPr>
            <p:cNvSpPr/>
            <p:nvPr/>
          </p:nvSpPr>
          <p:spPr>
            <a:xfrm>
              <a:off x="7905528" y="478599"/>
              <a:ext cx="229887" cy="241121"/>
            </a:xfrm>
            <a:custGeom>
              <a:avLst/>
              <a:gdLst/>
              <a:ahLst/>
              <a:cxnLst/>
              <a:rect l="l" t="t" r="r" b="b"/>
              <a:pathLst>
                <a:path w="4100" h="4100" extrusionOk="0">
                  <a:moveTo>
                    <a:pt x="2050" y="0"/>
                  </a:moveTo>
                  <a:cubicBezTo>
                    <a:pt x="914" y="0"/>
                    <a:pt x="1" y="913"/>
                    <a:pt x="1" y="2050"/>
                  </a:cubicBezTo>
                  <a:cubicBezTo>
                    <a:pt x="1" y="3186"/>
                    <a:pt x="914" y="4099"/>
                    <a:pt x="2050" y="4099"/>
                  </a:cubicBezTo>
                  <a:cubicBezTo>
                    <a:pt x="3187" y="4099"/>
                    <a:pt x="4100" y="3186"/>
                    <a:pt x="4100" y="2050"/>
                  </a:cubicBezTo>
                  <a:cubicBezTo>
                    <a:pt x="4100" y="913"/>
                    <a:pt x="3187" y="0"/>
                    <a:pt x="2050"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40" name="Google Shape;350;p36">
              <a:extLst>
                <a:ext uri="{FF2B5EF4-FFF2-40B4-BE49-F238E27FC236}">
                  <a16:creationId xmlns:a16="http://schemas.microsoft.com/office/drawing/2014/main" id="{9C21A46B-9B24-541A-56EE-89FDAE13F820}"/>
                </a:ext>
              </a:extLst>
            </p:cNvPr>
            <p:cNvSpPr/>
            <p:nvPr/>
          </p:nvSpPr>
          <p:spPr>
            <a:xfrm>
              <a:off x="7911808" y="485127"/>
              <a:ext cx="217383" cy="228006"/>
            </a:xfrm>
            <a:custGeom>
              <a:avLst/>
              <a:gdLst/>
              <a:ahLst/>
              <a:cxnLst/>
              <a:rect l="l" t="t" r="r" b="b"/>
              <a:pathLst>
                <a:path w="3877" h="3877" extrusionOk="0">
                  <a:moveTo>
                    <a:pt x="3877" y="1939"/>
                  </a:moveTo>
                  <a:cubicBezTo>
                    <a:pt x="3877" y="3008"/>
                    <a:pt x="3008" y="3877"/>
                    <a:pt x="1938" y="3877"/>
                  </a:cubicBezTo>
                  <a:cubicBezTo>
                    <a:pt x="869" y="3877"/>
                    <a:pt x="0" y="3008"/>
                    <a:pt x="0" y="1939"/>
                  </a:cubicBezTo>
                  <a:cubicBezTo>
                    <a:pt x="0" y="869"/>
                    <a:pt x="869" y="0"/>
                    <a:pt x="1938" y="0"/>
                  </a:cubicBezTo>
                  <a:cubicBezTo>
                    <a:pt x="3008" y="0"/>
                    <a:pt x="3877" y="869"/>
                    <a:pt x="3877" y="193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41" name="Google Shape;351;p36">
              <a:extLst>
                <a:ext uri="{FF2B5EF4-FFF2-40B4-BE49-F238E27FC236}">
                  <a16:creationId xmlns:a16="http://schemas.microsoft.com/office/drawing/2014/main" id="{661E50A4-7B88-30D1-EBD2-A01BAD44BBEF}"/>
                </a:ext>
              </a:extLst>
            </p:cNvPr>
            <p:cNvSpPr/>
            <p:nvPr/>
          </p:nvSpPr>
          <p:spPr>
            <a:xfrm>
              <a:off x="7952403" y="527705"/>
              <a:ext cx="136194" cy="142849"/>
            </a:xfrm>
            <a:custGeom>
              <a:avLst/>
              <a:gdLst/>
              <a:ahLst/>
              <a:cxnLst/>
              <a:rect l="l" t="t" r="r" b="b"/>
              <a:pathLst>
                <a:path w="2429" h="2429" extrusionOk="0">
                  <a:moveTo>
                    <a:pt x="2429" y="1215"/>
                  </a:moveTo>
                  <a:cubicBezTo>
                    <a:pt x="2429" y="1883"/>
                    <a:pt x="1883" y="2429"/>
                    <a:pt x="1214" y="2429"/>
                  </a:cubicBezTo>
                  <a:cubicBezTo>
                    <a:pt x="546" y="2429"/>
                    <a:pt x="0" y="1883"/>
                    <a:pt x="0" y="1215"/>
                  </a:cubicBezTo>
                  <a:cubicBezTo>
                    <a:pt x="0" y="546"/>
                    <a:pt x="546" y="1"/>
                    <a:pt x="1214" y="1"/>
                  </a:cubicBezTo>
                  <a:cubicBezTo>
                    <a:pt x="1883" y="1"/>
                    <a:pt x="2429" y="546"/>
                    <a:pt x="2429" y="1215"/>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42" name="Google Shape;352;p36">
              <a:extLst>
                <a:ext uri="{FF2B5EF4-FFF2-40B4-BE49-F238E27FC236}">
                  <a16:creationId xmlns:a16="http://schemas.microsoft.com/office/drawing/2014/main" id="{E57BFF54-0851-00C3-0419-41F955A0DD8F}"/>
                </a:ext>
              </a:extLst>
            </p:cNvPr>
            <p:cNvSpPr/>
            <p:nvPr/>
          </p:nvSpPr>
          <p:spPr>
            <a:xfrm>
              <a:off x="7986101" y="562403"/>
              <a:ext cx="68798" cy="72807"/>
            </a:xfrm>
            <a:custGeom>
              <a:avLst/>
              <a:gdLst/>
              <a:ahLst/>
              <a:cxnLst/>
              <a:rect l="l" t="t" r="r" b="b"/>
              <a:pathLst>
                <a:path w="1227" h="1238" extrusionOk="0">
                  <a:moveTo>
                    <a:pt x="1226" y="625"/>
                  </a:moveTo>
                  <a:cubicBezTo>
                    <a:pt x="1226" y="959"/>
                    <a:pt x="959" y="1237"/>
                    <a:pt x="613" y="1237"/>
                  </a:cubicBezTo>
                  <a:cubicBezTo>
                    <a:pt x="268" y="1237"/>
                    <a:pt x="1" y="959"/>
                    <a:pt x="1" y="625"/>
                  </a:cubicBezTo>
                  <a:cubicBezTo>
                    <a:pt x="1" y="279"/>
                    <a:pt x="268" y="1"/>
                    <a:pt x="613" y="1"/>
                  </a:cubicBezTo>
                  <a:cubicBezTo>
                    <a:pt x="959" y="1"/>
                    <a:pt x="1226" y="279"/>
                    <a:pt x="1226" y="625"/>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grpSp>
        <p:nvGrpSpPr>
          <p:cNvPr id="1443" name="Google Shape;359;p37">
            <a:extLst>
              <a:ext uri="{FF2B5EF4-FFF2-40B4-BE49-F238E27FC236}">
                <a16:creationId xmlns:a16="http://schemas.microsoft.com/office/drawing/2014/main" id="{C1B18F7E-F7C7-2D85-F5C3-A7B454DCB695}"/>
              </a:ext>
            </a:extLst>
          </p:cNvPr>
          <p:cNvGrpSpPr/>
          <p:nvPr/>
        </p:nvGrpSpPr>
        <p:grpSpPr>
          <a:xfrm>
            <a:off x="3712364" y="1753124"/>
            <a:ext cx="1322952" cy="1322952"/>
            <a:chOff x="2687876" y="879297"/>
            <a:chExt cx="1170961" cy="1170961"/>
          </a:xfrm>
        </p:grpSpPr>
        <p:sp>
          <p:nvSpPr>
            <p:cNvPr id="1444" name="Google Shape;360;p37">
              <a:extLst>
                <a:ext uri="{FF2B5EF4-FFF2-40B4-BE49-F238E27FC236}">
                  <a16:creationId xmlns:a16="http://schemas.microsoft.com/office/drawing/2014/main" id="{23E6C8F6-8382-3499-123D-BB379515BA18}"/>
                </a:ext>
              </a:extLst>
            </p:cNvPr>
            <p:cNvSpPr/>
            <p:nvPr/>
          </p:nvSpPr>
          <p:spPr>
            <a:xfrm>
              <a:off x="2687876" y="879297"/>
              <a:ext cx="1170961" cy="1170961"/>
            </a:xfrm>
            <a:custGeom>
              <a:avLst/>
              <a:gdLst/>
              <a:ahLst/>
              <a:cxnLst/>
              <a:rect l="l" t="t" r="r" b="b"/>
              <a:pathLst>
                <a:path w="17055" h="17055" extrusionOk="0">
                  <a:moveTo>
                    <a:pt x="8222" y="17054"/>
                  </a:moveTo>
                  <a:cubicBezTo>
                    <a:pt x="8021" y="17043"/>
                    <a:pt x="7809" y="17032"/>
                    <a:pt x="7609" y="17010"/>
                  </a:cubicBezTo>
                  <a:lnTo>
                    <a:pt x="7743" y="15673"/>
                  </a:lnTo>
                  <a:cubicBezTo>
                    <a:pt x="7921" y="15695"/>
                    <a:pt x="8099" y="15706"/>
                    <a:pt x="8277" y="15706"/>
                  </a:cubicBezTo>
                  <a:close/>
                  <a:moveTo>
                    <a:pt x="8845" y="17054"/>
                  </a:moveTo>
                  <a:lnTo>
                    <a:pt x="8801" y="15706"/>
                  </a:lnTo>
                  <a:cubicBezTo>
                    <a:pt x="8968" y="15706"/>
                    <a:pt x="9146" y="15684"/>
                    <a:pt x="9324" y="15673"/>
                  </a:cubicBezTo>
                  <a:lnTo>
                    <a:pt x="9469" y="17010"/>
                  </a:lnTo>
                  <a:cubicBezTo>
                    <a:pt x="9257" y="17032"/>
                    <a:pt x="9057" y="17043"/>
                    <a:pt x="8845" y="17054"/>
                  </a:cubicBezTo>
                  <a:close/>
                  <a:moveTo>
                    <a:pt x="6985" y="16921"/>
                  </a:moveTo>
                  <a:cubicBezTo>
                    <a:pt x="6785" y="16887"/>
                    <a:pt x="6584" y="16843"/>
                    <a:pt x="6384" y="16787"/>
                  </a:cubicBezTo>
                  <a:lnTo>
                    <a:pt x="6718" y="15484"/>
                  </a:lnTo>
                  <a:cubicBezTo>
                    <a:pt x="6885" y="15528"/>
                    <a:pt x="7063" y="15562"/>
                    <a:pt x="7230" y="15595"/>
                  </a:cubicBezTo>
                  <a:close/>
                  <a:moveTo>
                    <a:pt x="10082" y="16921"/>
                  </a:moveTo>
                  <a:lnTo>
                    <a:pt x="9837" y="15595"/>
                  </a:lnTo>
                  <a:cubicBezTo>
                    <a:pt x="10015" y="15562"/>
                    <a:pt x="10182" y="15528"/>
                    <a:pt x="10349" y="15484"/>
                  </a:cubicBezTo>
                  <a:lnTo>
                    <a:pt x="10694" y="16776"/>
                  </a:lnTo>
                  <a:cubicBezTo>
                    <a:pt x="10494" y="16831"/>
                    <a:pt x="10282" y="16876"/>
                    <a:pt x="10082" y="16921"/>
                  </a:cubicBezTo>
                  <a:close/>
                  <a:moveTo>
                    <a:pt x="5782" y="16609"/>
                  </a:moveTo>
                  <a:cubicBezTo>
                    <a:pt x="5582" y="16542"/>
                    <a:pt x="5392" y="16464"/>
                    <a:pt x="5203" y="16386"/>
                  </a:cubicBezTo>
                  <a:lnTo>
                    <a:pt x="5726" y="15149"/>
                  </a:lnTo>
                  <a:cubicBezTo>
                    <a:pt x="5882" y="15216"/>
                    <a:pt x="6049" y="15283"/>
                    <a:pt x="6217" y="15339"/>
                  </a:cubicBezTo>
                  <a:close/>
                  <a:moveTo>
                    <a:pt x="11285" y="16597"/>
                  </a:moveTo>
                  <a:lnTo>
                    <a:pt x="10850" y="15328"/>
                  </a:lnTo>
                  <a:cubicBezTo>
                    <a:pt x="11017" y="15272"/>
                    <a:pt x="11185" y="15205"/>
                    <a:pt x="11340" y="15138"/>
                  </a:cubicBezTo>
                  <a:lnTo>
                    <a:pt x="11864" y="16375"/>
                  </a:lnTo>
                  <a:cubicBezTo>
                    <a:pt x="11675" y="16464"/>
                    <a:pt x="11485" y="16531"/>
                    <a:pt x="11285" y="16597"/>
                  </a:cubicBezTo>
                  <a:close/>
                  <a:moveTo>
                    <a:pt x="4635" y="16118"/>
                  </a:moveTo>
                  <a:cubicBezTo>
                    <a:pt x="4457" y="16029"/>
                    <a:pt x="4267" y="15929"/>
                    <a:pt x="4089" y="15818"/>
                  </a:cubicBezTo>
                  <a:lnTo>
                    <a:pt x="4791" y="14670"/>
                  </a:lnTo>
                  <a:cubicBezTo>
                    <a:pt x="4947" y="14760"/>
                    <a:pt x="5091" y="14849"/>
                    <a:pt x="5247" y="14927"/>
                  </a:cubicBezTo>
                  <a:close/>
                  <a:moveTo>
                    <a:pt x="12432" y="16118"/>
                  </a:moveTo>
                  <a:lnTo>
                    <a:pt x="11819" y="14915"/>
                  </a:lnTo>
                  <a:cubicBezTo>
                    <a:pt x="11975" y="14838"/>
                    <a:pt x="12120" y="14748"/>
                    <a:pt x="12276" y="14659"/>
                  </a:cubicBezTo>
                  <a:lnTo>
                    <a:pt x="12978" y="15807"/>
                  </a:lnTo>
                  <a:cubicBezTo>
                    <a:pt x="12800" y="15918"/>
                    <a:pt x="12610" y="16018"/>
                    <a:pt x="12432" y="16118"/>
                  </a:cubicBezTo>
                  <a:close/>
                  <a:moveTo>
                    <a:pt x="3577" y="15472"/>
                  </a:moveTo>
                  <a:cubicBezTo>
                    <a:pt x="3409" y="15350"/>
                    <a:pt x="3242" y="15227"/>
                    <a:pt x="3075" y="15094"/>
                  </a:cubicBezTo>
                  <a:lnTo>
                    <a:pt x="3944" y="14058"/>
                  </a:lnTo>
                  <a:cubicBezTo>
                    <a:pt x="4078" y="14169"/>
                    <a:pt x="4211" y="14281"/>
                    <a:pt x="4356" y="14381"/>
                  </a:cubicBezTo>
                  <a:close/>
                  <a:moveTo>
                    <a:pt x="13490" y="15461"/>
                  </a:moveTo>
                  <a:lnTo>
                    <a:pt x="12711" y="14370"/>
                  </a:lnTo>
                  <a:cubicBezTo>
                    <a:pt x="12855" y="14269"/>
                    <a:pt x="12989" y="14158"/>
                    <a:pt x="13123" y="14047"/>
                  </a:cubicBezTo>
                  <a:lnTo>
                    <a:pt x="13980" y="15083"/>
                  </a:lnTo>
                  <a:cubicBezTo>
                    <a:pt x="13824" y="15216"/>
                    <a:pt x="13657" y="15339"/>
                    <a:pt x="13490" y="15461"/>
                  </a:cubicBezTo>
                  <a:close/>
                  <a:moveTo>
                    <a:pt x="2619" y="14682"/>
                  </a:moveTo>
                  <a:cubicBezTo>
                    <a:pt x="2463" y="14537"/>
                    <a:pt x="2318" y="14381"/>
                    <a:pt x="2184" y="14236"/>
                  </a:cubicBezTo>
                  <a:lnTo>
                    <a:pt x="3187" y="13334"/>
                  </a:lnTo>
                  <a:cubicBezTo>
                    <a:pt x="3298" y="13456"/>
                    <a:pt x="3421" y="13590"/>
                    <a:pt x="3543" y="13712"/>
                  </a:cubicBezTo>
                  <a:close/>
                  <a:moveTo>
                    <a:pt x="14448" y="14670"/>
                  </a:moveTo>
                  <a:lnTo>
                    <a:pt x="13513" y="13701"/>
                  </a:lnTo>
                  <a:cubicBezTo>
                    <a:pt x="13635" y="13579"/>
                    <a:pt x="13758" y="13456"/>
                    <a:pt x="13880" y="13323"/>
                  </a:cubicBezTo>
                  <a:lnTo>
                    <a:pt x="14883" y="14225"/>
                  </a:lnTo>
                  <a:cubicBezTo>
                    <a:pt x="14738" y="14370"/>
                    <a:pt x="14593" y="14526"/>
                    <a:pt x="14448" y="14670"/>
                  </a:cubicBezTo>
                  <a:close/>
                  <a:moveTo>
                    <a:pt x="1783" y="13757"/>
                  </a:moveTo>
                  <a:cubicBezTo>
                    <a:pt x="1661" y="13590"/>
                    <a:pt x="1538" y="13423"/>
                    <a:pt x="1427" y="13245"/>
                  </a:cubicBezTo>
                  <a:lnTo>
                    <a:pt x="2541" y="12498"/>
                  </a:lnTo>
                  <a:cubicBezTo>
                    <a:pt x="2641" y="12643"/>
                    <a:pt x="2741" y="12788"/>
                    <a:pt x="2853" y="12933"/>
                  </a:cubicBezTo>
                  <a:close/>
                  <a:moveTo>
                    <a:pt x="15273" y="13746"/>
                  </a:moveTo>
                  <a:lnTo>
                    <a:pt x="14214" y="12922"/>
                  </a:lnTo>
                  <a:cubicBezTo>
                    <a:pt x="14326" y="12777"/>
                    <a:pt x="14426" y="12632"/>
                    <a:pt x="14515" y="12498"/>
                  </a:cubicBezTo>
                  <a:lnTo>
                    <a:pt x="15640" y="13233"/>
                  </a:lnTo>
                  <a:cubicBezTo>
                    <a:pt x="15529" y="13412"/>
                    <a:pt x="15406" y="13579"/>
                    <a:pt x="15273" y="13746"/>
                  </a:cubicBezTo>
                  <a:close/>
                  <a:moveTo>
                    <a:pt x="1093" y="12721"/>
                  </a:moveTo>
                  <a:cubicBezTo>
                    <a:pt x="992" y="12532"/>
                    <a:pt x="903" y="12354"/>
                    <a:pt x="814" y="12164"/>
                  </a:cubicBezTo>
                  <a:lnTo>
                    <a:pt x="2028" y="11596"/>
                  </a:lnTo>
                  <a:cubicBezTo>
                    <a:pt x="2095" y="11752"/>
                    <a:pt x="2184" y="11908"/>
                    <a:pt x="2262" y="12053"/>
                  </a:cubicBezTo>
                  <a:close/>
                  <a:moveTo>
                    <a:pt x="15963" y="12699"/>
                  </a:moveTo>
                  <a:lnTo>
                    <a:pt x="14794" y="12042"/>
                  </a:lnTo>
                  <a:cubicBezTo>
                    <a:pt x="14883" y="11897"/>
                    <a:pt x="14961" y="11741"/>
                    <a:pt x="15039" y="11574"/>
                  </a:cubicBezTo>
                  <a:lnTo>
                    <a:pt x="16253" y="12153"/>
                  </a:lnTo>
                  <a:cubicBezTo>
                    <a:pt x="16164" y="12331"/>
                    <a:pt x="16063" y="12521"/>
                    <a:pt x="15963" y="12699"/>
                  </a:cubicBezTo>
                  <a:close/>
                  <a:moveTo>
                    <a:pt x="569" y="11596"/>
                  </a:moveTo>
                  <a:cubicBezTo>
                    <a:pt x="491" y="11396"/>
                    <a:pt x="424" y="11195"/>
                    <a:pt x="369" y="11006"/>
                  </a:cubicBezTo>
                  <a:lnTo>
                    <a:pt x="1649" y="10616"/>
                  </a:lnTo>
                  <a:cubicBezTo>
                    <a:pt x="1705" y="10783"/>
                    <a:pt x="1761" y="10950"/>
                    <a:pt x="1817" y="11106"/>
                  </a:cubicBezTo>
                  <a:close/>
                  <a:moveTo>
                    <a:pt x="16498" y="11574"/>
                  </a:moveTo>
                  <a:lnTo>
                    <a:pt x="15239" y="11095"/>
                  </a:lnTo>
                  <a:cubicBezTo>
                    <a:pt x="15306" y="10928"/>
                    <a:pt x="15362" y="10761"/>
                    <a:pt x="15406" y="10605"/>
                  </a:cubicBezTo>
                  <a:lnTo>
                    <a:pt x="16698" y="10983"/>
                  </a:lnTo>
                  <a:cubicBezTo>
                    <a:pt x="16632" y="11184"/>
                    <a:pt x="16565" y="11384"/>
                    <a:pt x="16498" y="11574"/>
                  </a:cubicBezTo>
                  <a:close/>
                  <a:moveTo>
                    <a:pt x="201" y="10404"/>
                  </a:moveTo>
                  <a:cubicBezTo>
                    <a:pt x="157" y="10193"/>
                    <a:pt x="123" y="9992"/>
                    <a:pt x="90" y="9792"/>
                  </a:cubicBezTo>
                  <a:lnTo>
                    <a:pt x="1427" y="9591"/>
                  </a:lnTo>
                  <a:cubicBezTo>
                    <a:pt x="1449" y="9758"/>
                    <a:pt x="1482" y="9936"/>
                    <a:pt x="1516" y="10103"/>
                  </a:cubicBezTo>
                  <a:close/>
                  <a:moveTo>
                    <a:pt x="16854" y="10382"/>
                  </a:moveTo>
                  <a:lnTo>
                    <a:pt x="15540" y="10092"/>
                  </a:lnTo>
                  <a:cubicBezTo>
                    <a:pt x="15573" y="9925"/>
                    <a:pt x="15607" y="9747"/>
                    <a:pt x="15640" y="9580"/>
                  </a:cubicBezTo>
                  <a:lnTo>
                    <a:pt x="16966" y="9769"/>
                  </a:lnTo>
                  <a:cubicBezTo>
                    <a:pt x="16932" y="9970"/>
                    <a:pt x="16899" y="10181"/>
                    <a:pt x="16854" y="10382"/>
                  </a:cubicBezTo>
                  <a:close/>
                  <a:moveTo>
                    <a:pt x="23" y="9168"/>
                  </a:moveTo>
                  <a:cubicBezTo>
                    <a:pt x="12" y="8967"/>
                    <a:pt x="1" y="8756"/>
                    <a:pt x="1" y="8544"/>
                  </a:cubicBezTo>
                  <a:lnTo>
                    <a:pt x="1349" y="8544"/>
                  </a:lnTo>
                  <a:cubicBezTo>
                    <a:pt x="1349" y="8722"/>
                    <a:pt x="1349" y="8900"/>
                    <a:pt x="1360" y="9067"/>
                  </a:cubicBezTo>
                  <a:close/>
                  <a:moveTo>
                    <a:pt x="17033" y="9157"/>
                  </a:moveTo>
                  <a:lnTo>
                    <a:pt x="15696" y="9056"/>
                  </a:lnTo>
                  <a:cubicBezTo>
                    <a:pt x="15707" y="8878"/>
                    <a:pt x="15707" y="8700"/>
                    <a:pt x="15707" y="8533"/>
                  </a:cubicBezTo>
                  <a:lnTo>
                    <a:pt x="15707" y="8499"/>
                  </a:lnTo>
                  <a:lnTo>
                    <a:pt x="17055" y="8488"/>
                  </a:lnTo>
                  <a:lnTo>
                    <a:pt x="17055" y="8533"/>
                  </a:lnTo>
                  <a:cubicBezTo>
                    <a:pt x="17055" y="8733"/>
                    <a:pt x="17044" y="8945"/>
                    <a:pt x="17033" y="9157"/>
                  </a:cubicBezTo>
                  <a:close/>
                  <a:moveTo>
                    <a:pt x="1360" y="8020"/>
                  </a:moveTo>
                  <a:lnTo>
                    <a:pt x="23" y="7931"/>
                  </a:lnTo>
                  <a:cubicBezTo>
                    <a:pt x="34" y="7720"/>
                    <a:pt x="57" y="7508"/>
                    <a:pt x="90" y="7308"/>
                  </a:cubicBezTo>
                  <a:lnTo>
                    <a:pt x="1416" y="7497"/>
                  </a:lnTo>
                  <a:cubicBezTo>
                    <a:pt x="1393" y="7675"/>
                    <a:pt x="1371" y="7842"/>
                    <a:pt x="1360" y="8020"/>
                  </a:cubicBezTo>
                  <a:close/>
                  <a:moveTo>
                    <a:pt x="15685" y="7976"/>
                  </a:moveTo>
                  <a:cubicBezTo>
                    <a:pt x="15674" y="7798"/>
                    <a:pt x="15651" y="7631"/>
                    <a:pt x="15629" y="7452"/>
                  </a:cubicBezTo>
                  <a:lnTo>
                    <a:pt x="16955" y="7252"/>
                  </a:lnTo>
                  <a:cubicBezTo>
                    <a:pt x="16988" y="7463"/>
                    <a:pt x="17010" y="7664"/>
                    <a:pt x="17033" y="7876"/>
                  </a:cubicBezTo>
                  <a:close/>
                  <a:moveTo>
                    <a:pt x="1516" y="6985"/>
                  </a:moveTo>
                  <a:lnTo>
                    <a:pt x="201" y="6695"/>
                  </a:lnTo>
                  <a:cubicBezTo>
                    <a:pt x="246" y="6494"/>
                    <a:pt x="291" y="6294"/>
                    <a:pt x="357" y="6093"/>
                  </a:cubicBezTo>
                  <a:lnTo>
                    <a:pt x="1638" y="6472"/>
                  </a:lnTo>
                  <a:cubicBezTo>
                    <a:pt x="1594" y="6639"/>
                    <a:pt x="1549" y="6817"/>
                    <a:pt x="1516" y="6985"/>
                  </a:cubicBezTo>
                  <a:close/>
                  <a:moveTo>
                    <a:pt x="15529" y="6940"/>
                  </a:moveTo>
                  <a:cubicBezTo>
                    <a:pt x="15495" y="6773"/>
                    <a:pt x="15451" y="6595"/>
                    <a:pt x="15395" y="6428"/>
                  </a:cubicBezTo>
                  <a:lnTo>
                    <a:pt x="16687" y="6038"/>
                  </a:lnTo>
                  <a:cubicBezTo>
                    <a:pt x="16743" y="6238"/>
                    <a:pt x="16799" y="6439"/>
                    <a:pt x="16843" y="6639"/>
                  </a:cubicBezTo>
                  <a:close/>
                  <a:moveTo>
                    <a:pt x="1805" y="5982"/>
                  </a:moveTo>
                  <a:lnTo>
                    <a:pt x="558" y="5503"/>
                  </a:lnTo>
                  <a:cubicBezTo>
                    <a:pt x="625" y="5314"/>
                    <a:pt x="703" y="5113"/>
                    <a:pt x="792" y="4924"/>
                  </a:cubicBezTo>
                  <a:lnTo>
                    <a:pt x="2017" y="5492"/>
                  </a:lnTo>
                  <a:cubicBezTo>
                    <a:pt x="1939" y="5659"/>
                    <a:pt x="1872" y="5815"/>
                    <a:pt x="1805" y="5982"/>
                  </a:cubicBezTo>
                  <a:close/>
                  <a:moveTo>
                    <a:pt x="15228" y="5937"/>
                  </a:moveTo>
                  <a:cubicBezTo>
                    <a:pt x="15161" y="5770"/>
                    <a:pt x="15094" y="5614"/>
                    <a:pt x="15016" y="5458"/>
                  </a:cubicBezTo>
                  <a:lnTo>
                    <a:pt x="16231" y="4879"/>
                  </a:lnTo>
                  <a:cubicBezTo>
                    <a:pt x="16320" y="5069"/>
                    <a:pt x="16409" y="5258"/>
                    <a:pt x="16487" y="5447"/>
                  </a:cubicBezTo>
                  <a:close/>
                  <a:moveTo>
                    <a:pt x="2251" y="5035"/>
                  </a:moveTo>
                  <a:lnTo>
                    <a:pt x="1081" y="4378"/>
                  </a:lnTo>
                  <a:cubicBezTo>
                    <a:pt x="1182" y="4189"/>
                    <a:pt x="1293" y="4010"/>
                    <a:pt x="1404" y="3843"/>
                  </a:cubicBezTo>
                  <a:lnTo>
                    <a:pt x="2529" y="4578"/>
                  </a:lnTo>
                  <a:cubicBezTo>
                    <a:pt x="2429" y="4723"/>
                    <a:pt x="2340" y="4879"/>
                    <a:pt x="2251" y="5035"/>
                  </a:cubicBezTo>
                  <a:close/>
                  <a:moveTo>
                    <a:pt x="14782" y="4991"/>
                  </a:moveTo>
                  <a:cubicBezTo>
                    <a:pt x="14693" y="4835"/>
                    <a:pt x="14604" y="4690"/>
                    <a:pt x="14504" y="4545"/>
                  </a:cubicBezTo>
                  <a:lnTo>
                    <a:pt x="15618" y="3799"/>
                  </a:lnTo>
                  <a:cubicBezTo>
                    <a:pt x="15740" y="3966"/>
                    <a:pt x="15841" y="4144"/>
                    <a:pt x="15952" y="4322"/>
                  </a:cubicBezTo>
                  <a:close/>
                  <a:moveTo>
                    <a:pt x="2830" y="4155"/>
                  </a:moveTo>
                  <a:lnTo>
                    <a:pt x="1761" y="3331"/>
                  </a:lnTo>
                  <a:cubicBezTo>
                    <a:pt x="1895" y="3175"/>
                    <a:pt x="2028" y="3008"/>
                    <a:pt x="2162" y="2852"/>
                  </a:cubicBezTo>
                  <a:lnTo>
                    <a:pt x="3164" y="3754"/>
                  </a:lnTo>
                  <a:cubicBezTo>
                    <a:pt x="3053" y="3877"/>
                    <a:pt x="2942" y="4010"/>
                    <a:pt x="2830" y="4155"/>
                  </a:cubicBezTo>
                  <a:close/>
                  <a:moveTo>
                    <a:pt x="14192" y="4122"/>
                  </a:moveTo>
                  <a:cubicBezTo>
                    <a:pt x="14092" y="3977"/>
                    <a:pt x="13980" y="3843"/>
                    <a:pt x="13858" y="3721"/>
                  </a:cubicBezTo>
                  <a:lnTo>
                    <a:pt x="14860" y="2819"/>
                  </a:lnTo>
                  <a:cubicBezTo>
                    <a:pt x="14994" y="2974"/>
                    <a:pt x="15128" y="3130"/>
                    <a:pt x="15261" y="3297"/>
                  </a:cubicBezTo>
                  <a:close/>
                  <a:moveTo>
                    <a:pt x="3532" y="3375"/>
                  </a:moveTo>
                  <a:lnTo>
                    <a:pt x="2596" y="2406"/>
                  </a:lnTo>
                  <a:cubicBezTo>
                    <a:pt x="2741" y="2262"/>
                    <a:pt x="2897" y="2117"/>
                    <a:pt x="3053" y="1994"/>
                  </a:cubicBezTo>
                  <a:lnTo>
                    <a:pt x="3922" y="3019"/>
                  </a:lnTo>
                  <a:cubicBezTo>
                    <a:pt x="3788" y="3130"/>
                    <a:pt x="3655" y="3253"/>
                    <a:pt x="3532" y="3375"/>
                  </a:cubicBezTo>
                  <a:close/>
                  <a:moveTo>
                    <a:pt x="13490" y="3342"/>
                  </a:moveTo>
                  <a:cubicBezTo>
                    <a:pt x="13368" y="3220"/>
                    <a:pt x="13234" y="3108"/>
                    <a:pt x="13100" y="2997"/>
                  </a:cubicBezTo>
                  <a:lnTo>
                    <a:pt x="13958" y="1961"/>
                  </a:lnTo>
                  <a:cubicBezTo>
                    <a:pt x="14114" y="2083"/>
                    <a:pt x="14270" y="2228"/>
                    <a:pt x="14426" y="2373"/>
                  </a:cubicBezTo>
                  <a:close/>
                  <a:moveTo>
                    <a:pt x="4334" y="2696"/>
                  </a:moveTo>
                  <a:lnTo>
                    <a:pt x="3543" y="1604"/>
                  </a:lnTo>
                  <a:cubicBezTo>
                    <a:pt x="3710" y="1482"/>
                    <a:pt x="3888" y="1370"/>
                    <a:pt x="4067" y="1259"/>
                  </a:cubicBezTo>
                  <a:lnTo>
                    <a:pt x="4768" y="2406"/>
                  </a:lnTo>
                  <a:cubicBezTo>
                    <a:pt x="4624" y="2495"/>
                    <a:pt x="4479" y="2596"/>
                    <a:pt x="4334" y="2696"/>
                  </a:cubicBezTo>
                  <a:close/>
                  <a:moveTo>
                    <a:pt x="12688" y="2674"/>
                  </a:moveTo>
                  <a:cubicBezTo>
                    <a:pt x="12543" y="2573"/>
                    <a:pt x="12399" y="2473"/>
                    <a:pt x="12243" y="2384"/>
                  </a:cubicBezTo>
                  <a:lnTo>
                    <a:pt x="12944" y="1237"/>
                  </a:lnTo>
                  <a:cubicBezTo>
                    <a:pt x="13123" y="1337"/>
                    <a:pt x="13301" y="1460"/>
                    <a:pt x="13468" y="1582"/>
                  </a:cubicBezTo>
                  <a:close/>
                  <a:moveTo>
                    <a:pt x="5225" y="2150"/>
                  </a:moveTo>
                  <a:lnTo>
                    <a:pt x="4601" y="958"/>
                  </a:lnTo>
                  <a:cubicBezTo>
                    <a:pt x="4791" y="858"/>
                    <a:pt x="4980" y="769"/>
                    <a:pt x="5169" y="691"/>
                  </a:cubicBezTo>
                  <a:lnTo>
                    <a:pt x="5693" y="1927"/>
                  </a:lnTo>
                  <a:cubicBezTo>
                    <a:pt x="5537" y="1994"/>
                    <a:pt x="5381" y="2072"/>
                    <a:pt x="5225" y="2150"/>
                  </a:cubicBezTo>
                  <a:close/>
                  <a:moveTo>
                    <a:pt x="11786" y="2128"/>
                  </a:moveTo>
                  <a:cubicBezTo>
                    <a:pt x="11630" y="2050"/>
                    <a:pt x="11474" y="1972"/>
                    <a:pt x="11318" y="1905"/>
                  </a:cubicBezTo>
                  <a:lnTo>
                    <a:pt x="11831" y="669"/>
                  </a:lnTo>
                  <a:cubicBezTo>
                    <a:pt x="12031" y="747"/>
                    <a:pt x="12220" y="836"/>
                    <a:pt x="12399" y="936"/>
                  </a:cubicBezTo>
                  <a:close/>
                  <a:moveTo>
                    <a:pt x="6183" y="1738"/>
                  </a:moveTo>
                  <a:lnTo>
                    <a:pt x="5749" y="468"/>
                  </a:lnTo>
                  <a:cubicBezTo>
                    <a:pt x="5949" y="401"/>
                    <a:pt x="6150" y="335"/>
                    <a:pt x="6350" y="290"/>
                  </a:cubicBezTo>
                  <a:lnTo>
                    <a:pt x="6684" y="1582"/>
                  </a:lnTo>
                  <a:cubicBezTo>
                    <a:pt x="6517" y="1627"/>
                    <a:pt x="6350" y="1682"/>
                    <a:pt x="6183" y="1738"/>
                  </a:cubicBezTo>
                  <a:close/>
                  <a:moveTo>
                    <a:pt x="10828" y="1727"/>
                  </a:moveTo>
                  <a:cubicBezTo>
                    <a:pt x="10661" y="1671"/>
                    <a:pt x="10494" y="1615"/>
                    <a:pt x="10316" y="1571"/>
                  </a:cubicBezTo>
                  <a:lnTo>
                    <a:pt x="10661" y="268"/>
                  </a:lnTo>
                  <a:cubicBezTo>
                    <a:pt x="10861" y="323"/>
                    <a:pt x="11062" y="379"/>
                    <a:pt x="11251" y="446"/>
                  </a:cubicBezTo>
                  <a:close/>
                  <a:moveTo>
                    <a:pt x="7197" y="1471"/>
                  </a:moveTo>
                  <a:lnTo>
                    <a:pt x="6952" y="145"/>
                  </a:lnTo>
                  <a:cubicBezTo>
                    <a:pt x="7152" y="112"/>
                    <a:pt x="7364" y="78"/>
                    <a:pt x="7564" y="56"/>
                  </a:cubicBezTo>
                  <a:lnTo>
                    <a:pt x="7720" y="1393"/>
                  </a:lnTo>
                  <a:cubicBezTo>
                    <a:pt x="7542" y="1415"/>
                    <a:pt x="7375" y="1437"/>
                    <a:pt x="7197" y="1471"/>
                  </a:cubicBezTo>
                  <a:close/>
                  <a:moveTo>
                    <a:pt x="9803" y="1460"/>
                  </a:moveTo>
                  <a:cubicBezTo>
                    <a:pt x="9636" y="1426"/>
                    <a:pt x="9469" y="1404"/>
                    <a:pt x="9291" y="1393"/>
                  </a:cubicBezTo>
                  <a:lnTo>
                    <a:pt x="9436" y="45"/>
                  </a:lnTo>
                  <a:cubicBezTo>
                    <a:pt x="9636" y="67"/>
                    <a:pt x="9848" y="101"/>
                    <a:pt x="10048" y="134"/>
                  </a:cubicBezTo>
                  <a:close/>
                  <a:moveTo>
                    <a:pt x="8244" y="1348"/>
                  </a:moveTo>
                  <a:lnTo>
                    <a:pt x="8188" y="11"/>
                  </a:lnTo>
                  <a:cubicBezTo>
                    <a:pt x="8300" y="0"/>
                    <a:pt x="8411" y="0"/>
                    <a:pt x="8533" y="0"/>
                  </a:cubicBezTo>
                  <a:cubicBezTo>
                    <a:pt x="8623" y="0"/>
                    <a:pt x="8712" y="0"/>
                    <a:pt x="8812" y="11"/>
                  </a:cubicBezTo>
                  <a:lnTo>
                    <a:pt x="8767" y="1348"/>
                  </a:lnTo>
                  <a:cubicBezTo>
                    <a:pt x="8678" y="1348"/>
                    <a:pt x="8600" y="1348"/>
                    <a:pt x="8511" y="1348"/>
                  </a:cubicBezTo>
                  <a:cubicBezTo>
                    <a:pt x="8422" y="1348"/>
                    <a:pt x="8333" y="1348"/>
                    <a:pt x="8244" y="1348"/>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1445" name="Google Shape;361;p37">
              <a:extLst>
                <a:ext uri="{FF2B5EF4-FFF2-40B4-BE49-F238E27FC236}">
                  <a16:creationId xmlns:a16="http://schemas.microsoft.com/office/drawing/2014/main" id="{0CD43B03-3C97-B435-57F9-09A254FE52AB}"/>
                </a:ext>
              </a:extLst>
            </p:cNvPr>
            <p:cNvGrpSpPr/>
            <p:nvPr/>
          </p:nvGrpSpPr>
          <p:grpSpPr>
            <a:xfrm>
              <a:off x="2807960" y="998627"/>
              <a:ext cx="930805" cy="932320"/>
              <a:chOff x="2807960" y="998627"/>
              <a:chExt cx="930805" cy="932320"/>
            </a:xfrm>
          </p:grpSpPr>
          <p:sp>
            <p:nvSpPr>
              <p:cNvPr id="1489" name="Google Shape;362;p37">
                <a:extLst>
                  <a:ext uri="{FF2B5EF4-FFF2-40B4-BE49-F238E27FC236}">
                    <a16:creationId xmlns:a16="http://schemas.microsoft.com/office/drawing/2014/main" id="{6C2B61AD-1C61-CFD7-18A5-41F68F3430DC}"/>
                  </a:ext>
                </a:extLst>
              </p:cNvPr>
              <p:cNvSpPr/>
              <p:nvPr/>
            </p:nvSpPr>
            <p:spPr>
              <a:xfrm>
                <a:off x="3687478" y="1568359"/>
                <a:ext cx="36801" cy="36801"/>
              </a:xfrm>
              <a:custGeom>
                <a:avLst/>
                <a:gdLst/>
                <a:ahLst/>
                <a:cxnLst/>
                <a:rect l="l" t="t" r="r" b="b"/>
                <a:pathLst>
                  <a:path w="536" h="536" extrusionOk="0">
                    <a:moveTo>
                      <a:pt x="201" y="491"/>
                    </a:moveTo>
                    <a:cubicBezTo>
                      <a:pt x="79" y="457"/>
                      <a:pt x="1" y="324"/>
                      <a:pt x="34" y="201"/>
                    </a:cubicBezTo>
                    <a:cubicBezTo>
                      <a:pt x="67" y="79"/>
                      <a:pt x="201" y="1"/>
                      <a:pt x="335" y="34"/>
                    </a:cubicBezTo>
                    <a:cubicBezTo>
                      <a:pt x="468" y="56"/>
                      <a:pt x="535" y="190"/>
                      <a:pt x="502" y="324"/>
                    </a:cubicBezTo>
                    <a:cubicBezTo>
                      <a:pt x="457" y="457"/>
                      <a:pt x="324" y="535"/>
                      <a:pt x="201" y="49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363;p37">
                <a:extLst>
                  <a:ext uri="{FF2B5EF4-FFF2-40B4-BE49-F238E27FC236}">
                    <a16:creationId xmlns:a16="http://schemas.microsoft.com/office/drawing/2014/main" id="{0A37299A-CB6C-8E64-5B13-BEF8C9E5D4C8}"/>
                  </a:ext>
                </a:extLst>
              </p:cNvPr>
              <p:cNvSpPr/>
              <p:nvPr/>
            </p:nvSpPr>
            <p:spPr>
              <a:xfrm>
                <a:off x="3657680" y="1645601"/>
                <a:ext cx="38311" cy="37556"/>
              </a:xfrm>
              <a:custGeom>
                <a:avLst/>
                <a:gdLst/>
                <a:ahLst/>
                <a:cxnLst/>
                <a:rect l="l" t="t" r="r" b="b"/>
                <a:pathLst>
                  <a:path w="558" h="547" extrusionOk="0">
                    <a:moveTo>
                      <a:pt x="156" y="480"/>
                    </a:moveTo>
                    <a:cubicBezTo>
                      <a:pt x="45" y="413"/>
                      <a:pt x="0" y="268"/>
                      <a:pt x="56" y="157"/>
                    </a:cubicBezTo>
                    <a:cubicBezTo>
                      <a:pt x="112" y="45"/>
                      <a:pt x="256" y="1"/>
                      <a:pt x="379" y="45"/>
                    </a:cubicBezTo>
                    <a:cubicBezTo>
                      <a:pt x="501" y="101"/>
                      <a:pt x="557" y="246"/>
                      <a:pt x="490" y="368"/>
                    </a:cubicBezTo>
                    <a:cubicBezTo>
                      <a:pt x="424" y="491"/>
                      <a:pt x="279" y="546"/>
                      <a:pt x="156" y="48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364;p37">
                <a:extLst>
                  <a:ext uri="{FF2B5EF4-FFF2-40B4-BE49-F238E27FC236}">
                    <a16:creationId xmlns:a16="http://schemas.microsoft.com/office/drawing/2014/main" id="{C7BEE4B7-C63F-F5AA-C360-19E3DC1B392D}"/>
                  </a:ext>
                </a:extLst>
              </p:cNvPr>
              <p:cNvSpPr/>
              <p:nvPr/>
            </p:nvSpPr>
            <p:spPr>
              <a:xfrm>
                <a:off x="3614082" y="1715976"/>
                <a:ext cx="38311" cy="37556"/>
              </a:xfrm>
              <a:custGeom>
                <a:avLst/>
                <a:gdLst/>
                <a:ahLst/>
                <a:cxnLst/>
                <a:rect l="l" t="t" r="r" b="b"/>
                <a:pathLst>
                  <a:path w="558" h="547" extrusionOk="0">
                    <a:moveTo>
                      <a:pt x="123" y="457"/>
                    </a:moveTo>
                    <a:cubicBezTo>
                      <a:pt x="23" y="379"/>
                      <a:pt x="0" y="223"/>
                      <a:pt x="89" y="123"/>
                    </a:cubicBezTo>
                    <a:cubicBezTo>
                      <a:pt x="167" y="34"/>
                      <a:pt x="312" y="0"/>
                      <a:pt x="412" y="78"/>
                    </a:cubicBezTo>
                    <a:cubicBezTo>
                      <a:pt x="524" y="145"/>
                      <a:pt x="557" y="312"/>
                      <a:pt x="468" y="413"/>
                    </a:cubicBezTo>
                    <a:cubicBezTo>
                      <a:pt x="379" y="524"/>
                      <a:pt x="223" y="546"/>
                      <a:pt x="123" y="45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365;p37">
                <a:extLst>
                  <a:ext uri="{FF2B5EF4-FFF2-40B4-BE49-F238E27FC236}">
                    <a16:creationId xmlns:a16="http://schemas.microsoft.com/office/drawing/2014/main" id="{226EAD06-30AF-6D19-58CD-805699D5637F}"/>
                  </a:ext>
                </a:extLst>
              </p:cNvPr>
              <p:cNvSpPr/>
              <p:nvPr/>
            </p:nvSpPr>
            <p:spPr>
              <a:xfrm>
                <a:off x="3559018" y="1777907"/>
                <a:ext cx="36732" cy="36801"/>
              </a:xfrm>
              <a:custGeom>
                <a:avLst/>
                <a:gdLst/>
                <a:ahLst/>
                <a:cxnLst/>
                <a:rect l="l" t="t" r="r" b="b"/>
                <a:pathLst>
                  <a:path w="535" h="536" extrusionOk="0">
                    <a:moveTo>
                      <a:pt x="78" y="424"/>
                    </a:moveTo>
                    <a:cubicBezTo>
                      <a:pt x="0" y="324"/>
                      <a:pt x="11" y="168"/>
                      <a:pt x="101" y="90"/>
                    </a:cubicBezTo>
                    <a:cubicBezTo>
                      <a:pt x="201" y="12"/>
                      <a:pt x="346" y="1"/>
                      <a:pt x="446" y="101"/>
                    </a:cubicBezTo>
                    <a:cubicBezTo>
                      <a:pt x="535" y="190"/>
                      <a:pt x="535" y="357"/>
                      <a:pt x="424" y="446"/>
                    </a:cubicBezTo>
                    <a:cubicBezTo>
                      <a:pt x="323" y="535"/>
                      <a:pt x="167" y="524"/>
                      <a:pt x="78" y="42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366;p37">
                <a:extLst>
                  <a:ext uri="{FF2B5EF4-FFF2-40B4-BE49-F238E27FC236}">
                    <a16:creationId xmlns:a16="http://schemas.microsoft.com/office/drawing/2014/main" id="{44A2704D-B382-A0BF-B1F0-DF8FBD1E6CE6}"/>
                  </a:ext>
                </a:extLst>
              </p:cNvPr>
              <p:cNvSpPr/>
              <p:nvPr/>
            </p:nvSpPr>
            <p:spPr>
              <a:xfrm>
                <a:off x="3492487" y="1827616"/>
                <a:ext cx="37487" cy="37556"/>
              </a:xfrm>
              <a:custGeom>
                <a:avLst/>
                <a:gdLst/>
                <a:ahLst/>
                <a:cxnLst/>
                <a:rect l="l" t="t" r="r" b="b"/>
                <a:pathLst>
                  <a:path w="546" h="547" extrusionOk="0">
                    <a:moveTo>
                      <a:pt x="67" y="391"/>
                    </a:moveTo>
                    <a:cubicBezTo>
                      <a:pt x="0" y="279"/>
                      <a:pt x="34" y="134"/>
                      <a:pt x="145" y="68"/>
                    </a:cubicBezTo>
                    <a:cubicBezTo>
                      <a:pt x="256" y="1"/>
                      <a:pt x="401" y="23"/>
                      <a:pt x="479" y="134"/>
                    </a:cubicBezTo>
                    <a:cubicBezTo>
                      <a:pt x="546" y="246"/>
                      <a:pt x="524" y="402"/>
                      <a:pt x="401" y="480"/>
                    </a:cubicBezTo>
                    <a:cubicBezTo>
                      <a:pt x="279" y="547"/>
                      <a:pt x="134" y="513"/>
                      <a:pt x="67" y="39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367;p37">
                <a:extLst>
                  <a:ext uri="{FF2B5EF4-FFF2-40B4-BE49-F238E27FC236}">
                    <a16:creationId xmlns:a16="http://schemas.microsoft.com/office/drawing/2014/main" id="{C15110EC-929E-B03F-6C48-A80E3D727CC4}"/>
                  </a:ext>
                </a:extLst>
              </p:cNvPr>
              <p:cNvSpPr/>
              <p:nvPr/>
            </p:nvSpPr>
            <p:spPr>
              <a:xfrm>
                <a:off x="3418267" y="1865103"/>
                <a:ext cx="37556" cy="37556"/>
              </a:xfrm>
              <a:custGeom>
                <a:avLst/>
                <a:gdLst/>
                <a:ahLst/>
                <a:cxnLst/>
                <a:rect l="l" t="t" r="r" b="b"/>
                <a:pathLst>
                  <a:path w="547" h="547" extrusionOk="0">
                    <a:moveTo>
                      <a:pt x="45" y="346"/>
                    </a:moveTo>
                    <a:cubicBezTo>
                      <a:pt x="1" y="223"/>
                      <a:pt x="68" y="90"/>
                      <a:pt x="190" y="45"/>
                    </a:cubicBezTo>
                    <a:cubicBezTo>
                      <a:pt x="301" y="1"/>
                      <a:pt x="446" y="56"/>
                      <a:pt x="502" y="168"/>
                    </a:cubicBezTo>
                    <a:cubicBezTo>
                      <a:pt x="547" y="290"/>
                      <a:pt x="491" y="435"/>
                      <a:pt x="368" y="491"/>
                    </a:cubicBezTo>
                    <a:cubicBezTo>
                      <a:pt x="235" y="546"/>
                      <a:pt x="90" y="480"/>
                      <a:pt x="45" y="34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368;p37">
                <a:extLst>
                  <a:ext uri="{FF2B5EF4-FFF2-40B4-BE49-F238E27FC236}">
                    <a16:creationId xmlns:a16="http://schemas.microsoft.com/office/drawing/2014/main" id="{8756DEAF-86AE-AE33-05B6-02F00654CC2D}"/>
                  </a:ext>
                </a:extLst>
              </p:cNvPr>
              <p:cNvSpPr/>
              <p:nvPr/>
            </p:nvSpPr>
            <p:spPr>
              <a:xfrm>
                <a:off x="3339516" y="1888036"/>
                <a:ext cx="35977" cy="36801"/>
              </a:xfrm>
              <a:custGeom>
                <a:avLst/>
                <a:gdLst/>
                <a:ahLst/>
                <a:cxnLst/>
                <a:rect l="l" t="t" r="r" b="b"/>
                <a:pathLst>
                  <a:path w="524" h="536" extrusionOk="0">
                    <a:moveTo>
                      <a:pt x="23" y="313"/>
                    </a:moveTo>
                    <a:cubicBezTo>
                      <a:pt x="0" y="179"/>
                      <a:pt x="90" y="68"/>
                      <a:pt x="212" y="34"/>
                    </a:cubicBezTo>
                    <a:cubicBezTo>
                      <a:pt x="346" y="1"/>
                      <a:pt x="468" y="90"/>
                      <a:pt x="502" y="212"/>
                    </a:cubicBezTo>
                    <a:cubicBezTo>
                      <a:pt x="524" y="346"/>
                      <a:pt x="446" y="480"/>
                      <a:pt x="301" y="502"/>
                    </a:cubicBezTo>
                    <a:cubicBezTo>
                      <a:pt x="167" y="535"/>
                      <a:pt x="45" y="435"/>
                      <a:pt x="23" y="313"/>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369;p37">
                <a:extLst>
                  <a:ext uri="{FF2B5EF4-FFF2-40B4-BE49-F238E27FC236}">
                    <a16:creationId xmlns:a16="http://schemas.microsoft.com/office/drawing/2014/main" id="{FE61528B-F787-0B0C-A513-F1D761D7FC4D}"/>
                  </a:ext>
                </a:extLst>
              </p:cNvPr>
              <p:cNvSpPr/>
              <p:nvPr/>
            </p:nvSpPr>
            <p:spPr>
              <a:xfrm>
                <a:off x="3257675" y="1897236"/>
                <a:ext cx="34466" cy="33711"/>
              </a:xfrm>
              <a:custGeom>
                <a:avLst/>
                <a:gdLst/>
                <a:ahLst/>
                <a:cxnLst/>
                <a:rect l="l" t="t" r="r" b="b"/>
                <a:pathLst>
                  <a:path w="502" h="491" extrusionOk="0">
                    <a:moveTo>
                      <a:pt x="12" y="245"/>
                    </a:moveTo>
                    <a:cubicBezTo>
                      <a:pt x="12" y="123"/>
                      <a:pt x="123" y="12"/>
                      <a:pt x="246" y="12"/>
                    </a:cubicBezTo>
                    <a:cubicBezTo>
                      <a:pt x="379" y="0"/>
                      <a:pt x="491" y="112"/>
                      <a:pt x="491" y="245"/>
                    </a:cubicBezTo>
                    <a:cubicBezTo>
                      <a:pt x="502" y="379"/>
                      <a:pt x="390" y="479"/>
                      <a:pt x="246" y="490"/>
                    </a:cubicBezTo>
                    <a:cubicBezTo>
                      <a:pt x="112" y="490"/>
                      <a:pt x="1" y="379"/>
                      <a:pt x="12" y="245"/>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370;p37">
                <a:extLst>
                  <a:ext uri="{FF2B5EF4-FFF2-40B4-BE49-F238E27FC236}">
                    <a16:creationId xmlns:a16="http://schemas.microsoft.com/office/drawing/2014/main" id="{7DF29D22-96F1-DE34-595F-421622043377}"/>
                  </a:ext>
                </a:extLst>
              </p:cNvPr>
              <p:cNvSpPr/>
              <p:nvPr/>
            </p:nvSpPr>
            <p:spPr>
              <a:xfrm>
                <a:off x="3173568" y="1888791"/>
                <a:ext cx="35977" cy="36045"/>
              </a:xfrm>
              <a:custGeom>
                <a:avLst/>
                <a:gdLst/>
                <a:ahLst/>
                <a:cxnLst/>
                <a:rect l="l" t="t" r="r" b="b"/>
                <a:pathLst>
                  <a:path w="524" h="525" extrusionOk="0">
                    <a:moveTo>
                      <a:pt x="34" y="224"/>
                    </a:moveTo>
                    <a:cubicBezTo>
                      <a:pt x="67" y="90"/>
                      <a:pt x="190" y="1"/>
                      <a:pt x="312" y="23"/>
                    </a:cubicBezTo>
                    <a:cubicBezTo>
                      <a:pt x="446" y="45"/>
                      <a:pt x="524" y="168"/>
                      <a:pt x="513" y="302"/>
                    </a:cubicBezTo>
                    <a:cubicBezTo>
                      <a:pt x="490" y="435"/>
                      <a:pt x="368" y="524"/>
                      <a:pt x="234" y="491"/>
                    </a:cubicBezTo>
                    <a:cubicBezTo>
                      <a:pt x="89" y="469"/>
                      <a:pt x="0" y="346"/>
                      <a:pt x="34" y="22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371;p37">
                <a:extLst>
                  <a:ext uri="{FF2B5EF4-FFF2-40B4-BE49-F238E27FC236}">
                    <a16:creationId xmlns:a16="http://schemas.microsoft.com/office/drawing/2014/main" id="{CD997A1E-5F23-31C9-DE53-CCF96A4D3601}"/>
                  </a:ext>
                </a:extLst>
              </p:cNvPr>
              <p:cNvSpPr/>
              <p:nvPr/>
            </p:nvSpPr>
            <p:spPr>
              <a:xfrm>
                <a:off x="3093237" y="1865859"/>
                <a:ext cx="37556" cy="37556"/>
              </a:xfrm>
              <a:custGeom>
                <a:avLst/>
                <a:gdLst/>
                <a:ahLst/>
                <a:cxnLst/>
                <a:rect l="l" t="t" r="r" b="b"/>
                <a:pathLst>
                  <a:path w="547" h="547" extrusionOk="0">
                    <a:moveTo>
                      <a:pt x="56" y="179"/>
                    </a:moveTo>
                    <a:cubicBezTo>
                      <a:pt x="112" y="56"/>
                      <a:pt x="246" y="1"/>
                      <a:pt x="368" y="45"/>
                    </a:cubicBezTo>
                    <a:cubicBezTo>
                      <a:pt x="480" y="90"/>
                      <a:pt x="546" y="235"/>
                      <a:pt x="502" y="357"/>
                    </a:cubicBezTo>
                    <a:cubicBezTo>
                      <a:pt x="457" y="480"/>
                      <a:pt x="324" y="546"/>
                      <a:pt x="190" y="491"/>
                    </a:cubicBezTo>
                    <a:cubicBezTo>
                      <a:pt x="67" y="446"/>
                      <a:pt x="1" y="301"/>
                      <a:pt x="56" y="17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372;p37">
                <a:extLst>
                  <a:ext uri="{FF2B5EF4-FFF2-40B4-BE49-F238E27FC236}">
                    <a16:creationId xmlns:a16="http://schemas.microsoft.com/office/drawing/2014/main" id="{092D1995-76AC-E7CD-F2F0-6504A4C9A9E1}"/>
                  </a:ext>
                </a:extLst>
              </p:cNvPr>
              <p:cNvSpPr/>
              <p:nvPr/>
            </p:nvSpPr>
            <p:spPr>
              <a:xfrm>
                <a:off x="3019086" y="1829126"/>
                <a:ext cx="37487" cy="38311"/>
              </a:xfrm>
              <a:custGeom>
                <a:avLst/>
                <a:gdLst/>
                <a:ahLst/>
                <a:cxnLst/>
                <a:rect l="l" t="t" r="r" b="b"/>
                <a:pathLst>
                  <a:path w="546" h="558" extrusionOk="0">
                    <a:moveTo>
                      <a:pt x="67" y="146"/>
                    </a:moveTo>
                    <a:cubicBezTo>
                      <a:pt x="145" y="34"/>
                      <a:pt x="290" y="1"/>
                      <a:pt x="401" y="68"/>
                    </a:cubicBezTo>
                    <a:cubicBezTo>
                      <a:pt x="501" y="146"/>
                      <a:pt x="546" y="279"/>
                      <a:pt x="479" y="402"/>
                    </a:cubicBezTo>
                    <a:cubicBezTo>
                      <a:pt x="412" y="513"/>
                      <a:pt x="267" y="558"/>
                      <a:pt x="145" y="480"/>
                    </a:cubicBezTo>
                    <a:cubicBezTo>
                      <a:pt x="34" y="402"/>
                      <a:pt x="0" y="246"/>
                      <a:pt x="67" y="14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373;p37">
                <a:extLst>
                  <a:ext uri="{FF2B5EF4-FFF2-40B4-BE49-F238E27FC236}">
                    <a16:creationId xmlns:a16="http://schemas.microsoft.com/office/drawing/2014/main" id="{25460564-A033-CC82-DFBA-D12B5B1DF210}"/>
                  </a:ext>
                </a:extLst>
              </p:cNvPr>
              <p:cNvSpPr/>
              <p:nvPr/>
            </p:nvSpPr>
            <p:spPr>
              <a:xfrm>
                <a:off x="2953311" y="1779417"/>
                <a:ext cx="36732" cy="37556"/>
              </a:xfrm>
              <a:custGeom>
                <a:avLst/>
                <a:gdLst/>
                <a:ahLst/>
                <a:cxnLst/>
                <a:rect l="l" t="t" r="r" b="b"/>
                <a:pathLst>
                  <a:path w="535" h="547" extrusionOk="0">
                    <a:moveTo>
                      <a:pt x="89" y="101"/>
                    </a:moveTo>
                    <a:cubicBezTo>
                      <a:pt x="190" y="12"/>
                      <a:pt x="334" y="1"/>
                      <a:pt x="423" y="90"/>
                    </a:cubicBezTo>
                    <a:cubicBezTo>
                      <a:pt x="513" y="190"/>
                      <a:pt x="535" y="324"/>
                      <a:pt x="446" y="435"/>
                    </a:cubicBezTo>
                    <a:cubicBezTo>
                      <a:pt x="368" y="536"/>
                      <a:pt x="201" y="547"/>
                      <a:pt x="100" y="447"/>
                    </a:cubicBezTo>
                    <a:cubicBezTo>
                      <a:pt x="0" y="357"/>
                      <a:pt x="0" y="201"/>
                      <a:pt x="89" y="10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374;p37">
                <a:extLst>
                  <a:ext uri="{FF2B5EF4-FFF2-40B4-BE49-F238E27FC236}">
                    <a16:creationId xmlns:a16="http://schemas.microsoft.com/office/drawing/2014/main" id="{DF189D43-87C5-C154-8C6B-F6EEE6C81340}"/>
                  </a:ext>
                </a:extLst>
              </p:cNvPr>
              <p:cNvSpPr/>
              <p:nvPr/>
            </p:nvSpPr>
            <p:spPr>
              <a:xfrm>
                <a:off x="2896667" y="1718242"/>
                <a:ext cx="36801" cy="37556"/>
              </a:xfrm>
              <a:custGeom>
                <a:avLst/>
                <a:gdLst/>
                <a:ahLst/>
                <a:cxnLst/>
                <a:rect l="l" t="t" r="r" b="b"/>
                <a:pathLst>
                  <a:path w="536" h="547" extrusionOk="0">
                    <a:moveTo>
                      <a:pt x="135" y="79"/>
                    </a:moveTo>
                    <a:cubicBezTo>
                      <a:pt x="246" y="1"/>
                      <a:pt x="391" y="23"/>
                      <a:pt x="469" y="123"/>
                    </a:cubicBezTo>
                    <a:cubicBezTo>
                      <a:pt x="536" y="235"/>
                      <a:pt x="524" y="380"/>
                      <a:pt x="424" y="458"/>
                    </a:cubicBezTo>
                    <a:cubicBezTo>
                      <a:pt x="324" y="547"/>
                      <a:pt x="168" y="536"/>
                      <a:pt x="79" y="424"/>
                    </a:cubicBezTo>
                    <a:cubicBezTo>
                      <a:pt x="1" y="302"/>
                      <a:pt x="23" y="146"/>
                      <a:pt x="135" y="7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375;p37">
                <a:extLst>
                  <a:ext uri="{FF2B5EF4-FFF2-40B4-BE49-F238E27FC236}">
                    <a16:creationId xmlns:a16="http://schemas.microsoft.com/office/drawing/2014/main" id="{AE6CEF3D-DF1B-377A-2FE7-D0A6B2C1FFD6}"/>
                  </a:ext>
                </a:extLst>
              </p:cNvPr>
              <p:cNvSpPr/>
              <p:nvPr/>
            </p:nvSpPr>
            <p:spPr>
              <a:xfrm>
                <a:off x="2852314" y="1647935"/>
                <a:ext cx="38311" cy="37487"/>
              </a:xfrm>
              <a:custGeom>
                <a:avLst/>
                <a:gdLst/>
                <a:ahLst/>
                <a:cxnLst/>
                <a:rect l="l" t="t" r="r" b="b"/>
                <a:pathLst>
                  <a:path w="558" h="546" extrusionOk="0">
                    <a:moveTo>
                      <a:pt x="179" y="56"/>
                    </a:moveTo>
                    <a:cubicBezTo>
                      <a:pt x="302" y="0"/>
                      <a:pt x="435" y="45"/>
                      <a:pt x="491" y="167"/>
                    </a:cubicBezTo>
                    <a:cubicBezTo>
                      <a:pt x="558" y="279"/>
                      <a:pt x="513" y="423"/>
                      <a:pt x="391" y="479"/>
                    </a:cubicBezTo>
                    <a:cubicBezTo>
                      <a:pt x="279" y="546"/>
                      <a:pt x="134" y="501"/>
                      <a:pt x="68" y="379"/>
                    </a:cubicBezTo>
                    <a:cubicBezTo>
                      <a:pt x="1" y="256"/>
                      <a:pt x="57" y="111"/>
                      <a:pt x="179" y="5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376;p37">
                <a:extLst>
                  <a:ext uri="{FF2B5EF4-FFF2-40B4-BE49-F238E27FC236}">
                    <a16:creationId xmlns:a16="http://schemas.microsoft.com/office/drawing/2014/main" id="{F9B44B16-65FC-912B-9982-3593A72B1CAB}"/>
                  </a:ext>
                </a:extLst>
              </p:cNvPr>
              <p:cNvSpPr/>
              <p:nvPr/>
            </p:nvSpPr>
            <p:spPr>
              <a:xfrm>
                <a:off x="2822516" y="1571449"/>
                <a:ext cx="37556" cy="36732"/>
              </a:xfrm>
              <a:custGeom>
                <a:avLst/>
                <a:gdLst/>
                <a:ahLst/>
                <a:cxnLst/>
                <a:rect l="l" t="t" r="r" b="b"/>
                <a:pathLst>
                  <a:path w="547" h="535" extrusionOk="0">
                    <a:moveTo>
                      <a:pt x="212" y="22"/>
                    </a:moveTo>
                    <a:cubicBezTo>
                      <a:pt x="346" y="0"/>
                      <a:pt x="468" y="67"/>
                      <a:pt x="502" y="190"/>
                    </a:cubicBezTo>
                    <a:cubicBezTo>
                      <a:pt x="546" y="312"/>
                      <a:pt x="468" y="446"/>
                      <a:pt x="346" y="490"/>
                    </a:cubicBezTo>
                    <a:cubicBezTo>
                      <a:pt x="223" y="535"/>
                      <a:pt x="90" y="457"/>
                      <a:pt x="45" y="323"/>
                    </a:cubicBezTo>
                    <a:cubicBezTo>
                      <a:pt x="0" y="190"/>
                      <a:pt x="90" y="56"/>
                      <a:pt x="212" y="22"/>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377;p37">
                <a:extLst>
                  <a:ext uri="{FF2B5EF4-FFF2-40B4-BE49-F238E27FC236}">
                    <a16:creationId xmlns:a16="http://schemas.microsoft.com/office/drawing/2014/main" id="{BE0736C0-B142-CBA3-CEE6-97EF79D3931F}"/>
                  </a:ext>
                </a:extLst>
              </p:cNvPr>
              <p:cNvSpPr/>
              <p:nvPr/>
            </p:nvSpPr>
            <p:spPr>
              <a:xfrm>
                <a:off x="2807960" y="1491118"/>
                <a:ext cx="35290" cy="34466"/>
              </a:xfrm>
              <a:custGeom>
                <a:avLst/>
                <a:gdLst/>
                <a:ahLst/>
                <a:cxnLst/>
                <a:rect l="l" t="t" r="r" b="b"/>
                <a:pathLst>
                  <a:path w="514" h="502" extrusionOk="0">
                    <a:moveTo>
                      <a:pt x="246" y="1"/>
                    </a:moveTo>
                    <a:cubicBezTo>
                      <a:pt x="379" y="1"/>
                      <a:pt x="480" y="90"/>
                      <a:pt x="502" y="223"/>
                    </a:cubicBezTo>
                    <a:cubicBezTo>
                      <a:pt x="513" y="346"/>
                      <a:pt x="424" y="468"/>
                      <a:pt x="290" y="480"/>
                    </a:cubicBezTo>
                    <a:cubicBezTo>
                      <a:pt x="157" y="502"/>
                      <a:pt x="34" y="402"/>
                      <a:pt x="23" y="268"/>
                    </a:cubicBezTo>
                    <a:cubicBezTo>
                      <a:pt x="1" y="123"/>
                      <a:pt x="112" y="12"/>
                      <a:pt x="246"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378;p37">
                <a:extLst>
                  <a:ext uri="{FF2B5EF4-FFF2-40B4-BE49-F238E27FC236}">
                    <a16:creationId xmlns:a16="http://schemas.microsoft.com/office/drawing/2014/main" id="{3AD6515C-B9FC-E628-DD0A-3BC40630208B}"/>
                  </a:ext>
                </a:extLst>
              </p:cNvPr>
              <p:cNvSpPr/>
              <p:nvPr/>
            </p:nvSpPr>
            <p:spPr>
              <a:xfrm>
                <a:off x="2808716" y="1407011"/>
                <a:ext cx="34535" cy="35222"/>
              </a:xfrm>
              <a:custGeom>
                <a:avLst/>
                <a:gdLst/>
                <a:ahLst/>
                <a:cxnLst/>
                <a:rect l="l" t="t" r="r" b="b"/>
                <a:pathLst>
                  <a:path w="503" h="513" extrusionOk="0">
                    <a:moveTo>
                      <a:pt x="268" y="23"/>
                    </a:moveTo>
                    <a:cubicBezTo>
                      <a:pt x="402" y="34"/>
                      <a:pt x="502" y="156"/>
                      <a:pt x="491" y="279"/>
                    </a:cubicBezTo>
                    <a:cubicBezTo>
                      <a:pt x="480" y="412"/>
                      <a:pt x="357" y="513"/>
                      <a:pt x="235" y="502"/>
                    </a:cubicBezTo>
                    <a:cubicBezTo>
                      <a:pt x="101" y="490"/>
                      <a:pt x="1" y="379"/>
                      <a:pt x="12" y="234"/>
                    </a:cubicBezTo>
                    <a:cubicBezTo>
                      <a:pt x="23" y="101"/>
                      <a:pt x="135" y="0"/>
                      <a:pt x="268" y="23"/>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379;p37">
                <a:extLst>
                  <a:ext uri="{FF2B5EF4-FFF2-40B4-BE49-F238E27FC236}">
                    <a16:creationId xmlns:a16="http://schemas.microsoft.com/office/drawing/2014/main" id="{9C3DB677-497F-0779-17D3-1EB85C933F71}"/>
                  </a:ext>
                </a:extLst>
              </p:cNvPr>
              <p:cNvSpPr/>
              <p:nvPr/>
            </p:nvSpPr>
            <p:spPr>
              <a:xfrm>
                <a:off x="2822516" y="1324414"/>
                <a:ext cx="36801" cy="36732"/>
              </a:xfrm>
              <a:custGeom>
                <a:avLst/>
                <a:gdLst/>
                <a:ahLst/>
                <a:cxnLst/>
                <a:rect l="l" t="t" r="r" b="b"/>
                <a:pathLst>
                  <a:path w="536" h="535" extrusionOk="0">
                    <a:moveTo>
                      <a:pt x="335" y="45"/>
                    </a:moveTo>
                    <a:cubicBezTo>
                      <a:pt x="457" y="78"/>
                      <a:pt x="535" y="212"/>
                      <a:pt x="502" y="334"/>
                    </a:cubicBezTo>
                    <a:cubicBezTo>
                      <a:pt x="457" y="468"/>
                      <a:pt x="323" y="535"/>
                      <a:pt x="201" y="513"/>
                    </a:cubicBezTo>
                    <a:cubicBezTo>
                      <a:pt x="67" y="479"/>
                      <a:pt x="0" y="346"/>
                      <a:pt x="34" y="212"/>
                    </a:cubicBezTo>
                    <a:cubicBezTo>
                      <a:pt x="67" y="78"/>
                      <a:pt x="201" y="0"/>
                      <a:pt x="335" y="45"/>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380;p37">
                <a:extLst>
                  <a:ext uri="{FF2B5EF4-FFF2-40B4-BE49-F238E27FC236}">
                    <a16:creationId xmlns:a16="http://schemas.microsoft.com/office/drawing/2014/main" id="{04012321-3686-22A4-E9D8-BEC16CDF48BC}"/>
                  </a:ext>
                </a:extLst>
              </p:cNvPr>
              <p:cNvSpPr/>
              <p:nvPr/>
            </p:nvSpPr>
            <p:spPr>
              <a:xfrm>
                <a:off x="2850803" y="1246417"/>
                <a:ext cx="38311" cy="38311"/>
              </a:xfrm>
              <a:custGeom>
                <a:avLst/>
                <a:gdLst/>
                <a:ahLst/>
                <a:cxnLst/>
                <a:rect l="l" t="t" r="r" b="b"/>
                <a:pathLst>
                  <a:path w="558" h="558" extrusionOk="0">
                    <a:moveTo>
                      <a:pt x="390" y="67"/>
                    </a:moveTo>
                    <a:cubicBezTo>
                      <a:pt x="513" y="134"/>
                      <a:pt x="557" y="279"/>
                      <a:pt x="502" y="390"/>
                    </a:cubicBezTo>
                    <a:cubicBezTo>
                      <a:pt x="435" y="501"/>
                      <a:pt x="290" y="557"/>
                      <a:pt x="179" y="501"/>
                    </a:cubicBezTo>
                    <a:cubicBezTo>
                      <a:pt x="56" y="446"/>
                      <a:pt x="1" y="301"/>
                      <a:pt x="67" y="178"/>
                    </a:cubicBezTo>
                    <a:cubicBezTo>
                      <a:pt x="134" y="56"/>
                      <a:pt x="279" y="0"/>
                      <a:pt x="390" y="6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381;p37">
                <a:extLst>
                  <a:ext uri="{FF2B5EF4-FFF2-40B4-BE49-F238E27FC236}">
                    <a16:creationId xmlns:a16="http://schemas.microsoft.com/office/drawing/2014/main" id="{08FC6A9A-B777-C0EB-42EF-25FB1260B706}"/>
                  </a:ext>
                </a:extLst>
              </p:cNvPr>
              <p:cNvSpPr/>
              <p:nvPr/>
            </p:nvSpPr>
            <p:spPr>
              <a:xfrm>
                <a:off x="2894402" y="1176042"/>
                <a:ext cx="37556" cy="37556"/>
              </a:xfrm>
              <a:custGeom>
                <a:avLst/>
                <a:gdLst/>
                <a:ahLst/>
                <a:cxnLst/>
                <a:rect l="l" t="t" r="r" b="b"/>
                <a:pathLst>
                  <a:path w="547" h="547" extrusionOk="0">
                    <a:moveTo>
                      <a:pt x="435" y="89"/>
                    </a:moveTo>
                    <a:cubicBezTo>
                      <a:pt x="535" y="167"/>
                      <a:pt x="546" y="323"/>
                      <a:pt x="468" y="424"/>
                    </a:cubicBezTo>
                    <a:cubicBezTo>
                      <a:pt x="390" y="524"/>
                      <a:pt x="246" y="546"/>
                      <a:pt x="134" y="468"/>
                    </a:cubicBezTo>
                    <a:cubicBezTo>
                      <a:pt x="34" y="401"/>
                      <a:pt x="0" y="245"/>
                      <a:pt x="90" y="134"/>
                    </a:cubicBezTo>
                    <a:cubicBezTo>
                      <a:pt x="179" y="23"/>
                      <a:pt x="323" y="0"/>
                      <a:pt x="435" y="8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382;p37">
                <a:extLst>
                  <a:ext uri="{FF2B5EF4-FFF2-40B4-BE49-F238E27FC236}">
                    <a16:creationId xmlns:a16="http://schemas.microsoft.com/office/drawing/2014/main" id="{53F67D1E-5CD4-B1ED-8EF8-64B183A35DA8}"/>
                  </a:ext>
                </a:extLst>
              </p:cNvPr>
              <p:cNvSpPr/>
              <p:nvPr/>
            </p:nvSpPr>
            <p:spPr>
              <a:xfrm>
                <a:off x="2950976" y="1114866"/>
                <a:ext cx="36801" cy="36732"/>
              </a:xfrm>
              <a:custGeom>
                <a:avLst/>
                <a:gdLst/>
                <a:ahLst/>
                <a:cxnLst/>
                <a:rect l="l" t="t" r="r" b="b"/>
                <a:pathLst>
                  <a:path w="536" h="535" extrusionOk="0">
                    <a:moveTo>
                      <a:pt x="446" y="112"/>
                    </a:moveTo>
                    <a:cubicBezTo>
                      <a:pt x="535" y="212"/>
                      <a:pt x="524" y="368"/>
                      <a:pt x="424" y="446"/>
                    </a:cubicBezTo>
                    <a:cubicBezTo>
                      <a:pt x="324" y="535"/>
                      <a:pt x="190" y="535"/>
                      <a:pt x="90" y="446"/>
                    </a:cubicBezTo>
                    <a:cubicBezTo>
                      <a:pt x="1" y="345"/>
                      <a:pt x="1" y="190"/>
                      <a:pt x="101" y="100"/>
                    </a:cubicBezTo>
                    <a:cubicBezTo>
                      <a:pt x="212" y="0"/>
                      <a:pt x="368" y="11"/>
                      <a:pt x="446" y="112"/>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383;p37">
                <a:extLst>
                  <a:ext uri="{FF2B5EF4-FFF2-40B4-BE49-F238E27FC236}">
                    <a16:creationId xmlns:a16="http://schemas.microsoft.com/office/drawing/2014/main" id="{6EE9257E-733C-2C18-6273-9EE7228C3EAA}"/>
                  </a:ext>
                </a:extLst>
              </p:cNvPr>
              <p:cNvSpPr/>
              <p:nvPr/>
            </p:nvSpPr>
            <p:spPr>
              <a:xfrm>
                <a:off x="3016751" y="1064333"/>
                <a:ext cx="37556" cy="37556"/>
              </a:xfrm>
              <a:custGeom>
                <a:avLst/>
                <a:gdLst/>
                <a:ahLst/>
                <a:cxnLst/>
                <a:rect l="l" t="t" r="r" b="b"/>
                <a:pathLst>
                  <a:path w="547" h="547" extrusionOk="0">
                    <a:moveTo>
                      <a:pt x="480" y="157"/>
                    </a:moveTo>
                    <a:cubicBezTo>
                      <a:pt x="547" y="268"/>
                      <a:pt x="513" y="413"/>
                      <a:pt x="402" y="480"/>
                    </a:cubicBezTo>
                    <a:cubicBezTo>
                      <a:pt x="290" y="547"/>
                      <a:pt x="146" y="525"/>
                      <a:pt x="68" y="413"/>
                    </a:cubicBezTo>
                    <a:cubicBezTo>
                      <a:pt x="1" y="302"/>
                      <a:pt x="23" y="146"/>
                      <a:pt x="146" y="68"/>
                    </a:cubicBezTo>
                    <a:cubicBezTo>
                      <a:pt x="268" y="1"/>
                      <a:pt x="413" y="46"/>
                      <a:pt x="480" y="15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384;p37">
                <a:extLst>
                  <a:ext uri="{FF2B5EF4-FFF2-40B4-BE49-F238E27FC236}">
                    <a16:creationId xmlns:a16="http://schemas.microsoft.com/office/drawing/2014/main" id="{FB9E43E7-DE19-952F-AF31-6CFEBBD01ECF}"/>
                  </a:ext>
                </a:extLst>
              </p:cNvPr>
              <p:cNvSpPr/>
              <p:nvPr/>
            </p:nvSpPr>
            <p:spPr>
              <a:xfrm>
                <a:off x="3090216" y="1027669"/>
                <a:ext cx="38242" cy="37556"/>
              </a:xfrm>
              <a:custGeom>
                <a:avLst/>
                <a:gdLst/>
                <a:ahLst/>
                <a:cxnLst/>
                <a:rect l="l" t="t" r="r" b="b"/>
                <a:pathLst>
                  <a:path w="557" h="547" extrusionOk="0">
                    <a:moveTo>
                      <a:pt x="512" y="190"/>
                    </a:moveTo>
                    <a:cubicBezTo>
                      <a:pt x="557" y="312"/>
                      <a:pt x="490" y="446"/>
                      <a:pt x="368" y="490"/>
                    </a:cubicBezTo>
                    <a:cubicBezTo>
                      <a:pt x="245" y="546"/>
                      <a:pt x="111" y="490"/>
                      <a:pt x="56" y="368"/>
                    </a:cubicBezTo>
                    <a:cubicBezTo>
                      <a:pt x="0" y="245"/>
                      <a:pt x="67" y="101"/>
                      <a:pt x="189" y="45"/>
                    </a:cubicBezTo>
                    <a:cubicBezTo>
                      <a:pt x="323" y="0"/>
                      <a:pt x="468" y="67"/>
                      <a:pt x="512" y="19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385;p37">
                <a:extLst>
                  <a:ext uri="{FF2B5EF4-FFF2-40B4-BE49-F238E27FC236}">
                    <a16:creationId xmlns:a16="http://schemas.microsoft.com/office/drawing/2014/main" id="{38190198-5B84-AFB4-7026-87DDFA42516E}"/>
                  </a:ext>
                </a:extLst>
              </p:cNvPr>
              <p:cNvSpPr/>
              <p:nvPr/>
            </p:nvSpPr>
            <p:spPr>
              <a:xfrm>
                <a:off x="3170478" y="1004737"/>
                <a:ext cx="36801" cy="36732"/>
              </a:xfrm>
              <a:custGeom>
                <a:avLst/>
                <a:gdLst/>
                <a:ahLst/>
                <a:cxnLst/>
                <a:rect l="l" t="t" r="r" b="b"/>
                <a:pathLst>
                  <a:path w="536" h="535" extrusionOk="0">
                    <a:moveTo>
                      <a:pt x="513" y="223"/>
                    </a:moveTo>
                    <a:cubicBezTo>
                      <a:pt x="535" y="368"/>
                      <a:pt x="446" y="468"/>
                      <a:pt x="313" y="501"/>
                    </a:cubicBezTo>
                    <a:cubicBezTo>
                      <a:pt x="190" y="535"/>
                      <a:pt x="67" y="446"/>
                      <a:pt x="34" y="323"/>
                    </a:cubicBezTo>
                    <a:cubicBezTo>
                      <a:pt x="1" y="190"/>
                      <a:pt x="90" y="67"/>
                      <a:pt x="223" y="34"/>
                    </a:cubicBezTo>
                    <a:cubicBezTo>
                      <a:pt x="368" y="0"/>
                      <a:pt x="491" y="100"/>
                      <a:pt x="513" y="223"/>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386;p37">
                <a:extLst>
                  <a:ext uri="{FF2B5EF4-FFF2-40B4-BE49-F238E27FC236}">
                    <a16:creationId xmlns:a16="http://schemas.microsoft.com/office/drawing/2014/main" id="{1DCEC67A-CF24-47B5-77AD-F18380519872}"/>
                  </a:ext>
                </a:extLst>
              </p:cNvPr>
              <p:cNvSpPr/>
              <p:nvPr/>
            </p:nvSpPr>
            <p:spPr>
              <a:xfrm>
                <a:off x="3254585" y="998627"/>
                <a:ext cx="34535" cy="33711"/>
              </a:xfrm>
              <a:custGeom>
                <a:avLst/>
                <a:gdLst/>
                <a:ahLst/>
                <a:cxnLst/>
                <a:rect l="l" t="t" r="r" b="b"/>
                <a:pathLst>
                  <a:path w="503" h="491" extrusionOk="0">
                    <a:moveTo>
                      <a:pt x="491" y="245"/>
                    </a:moveTo>
                    <a:cubicBezTo>
                      <a:pt x="491" y="379"/>
                      <a:pt x="380" y="479"/>
                      <a:pt x="246" y="479"/>
                    </a:cubicBezTo>
                    <a:cubicBezTo>
                      <a:pt x="123" y="490"/>
                      <a:pt x="12" y="379"/>
                      <a:pt x="12" y="245"/>
                    </a:cubicBezTo>
                    <a:cubicBezTo>
                      <a:pt x="1" y="123"/>
                      <a:pt x="112" y="11"/>
                      <a:pt x="246" y="0"/>
                    </a:cubicBezTo>
                    <a:cubicBezTo>
                      <a:pt x="391" y="0"/>
                      <a:pt x="502" y="111"/>
                      <a:pt x="491" y="245"/>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387;p37">
                <a:extLst>
                  <a:ext uri="{FF2B5EF4-FFF2-40B4-BE49-F238E27FC236}">
                    <a16:creationId xmlns:a16="http://schemas.microsoft.com/office/drawing/2014/main" id="{BBB6D8C6-62A7-1814-0720-B366FD2C3B5C}"/>
                  </a:ext>
                </a:extLst>
              </p:cNvPr>
              <p:cNvSpPr/>
              <p:nvPr/>
            </p:nvSpPr>
            <p:spPr>
              <a:xfrm>
                <a:off x="3336426" y="1004737"/>
                <a:ext cx="36045" cy="35977"/>
              </a:xfrm>
              <a:custGeom>
                <a:avLst/>
                <a:gdLst/>
                <a:ahLst/>
                <a:cxnLst/>
                <a:rect l="l" t="t" r="r" b="b"/>
                <a:pathLst>
                  <a:path w="525" h="524" extrusionOk="0">
                    <a:moveTo>
                      <a:pt x="502" y="312"/>
                    </a:moveTo>
                    <a:cubicBezTo>
                      <a:pt x="469" y="435"/>
                      <a:pt x="346" y="524"/>
                      <a:pt x="224" y="501"/>
                    </a:cubicBezTo>
                    <a:cubicBezTo>
                      <a:pt x="90" y="479"/>
                      <a:pt x="1" y="357"/>
                      <a:pt x="23" y="223"/>
                    </a:cubicBezTo>
                    <a:cubicBezTo>
                      <a:pt x="45" y="89"/>
                      <a:pt x="168" y="0"/>
                      <a:pt x="302" y="34"/>
                    </a:cubicBezTo>
                    <a:cubicBezTo>
                      <a:pt x="446" y="56"/>
                      <a:pt x="524" y="178"/>
                      <a:pt x="502" y="312"/>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388;p37">
                <a:extLst>
                  <a:ext uri="{FF2B5EF4-FFF2-40B4-BE49-F238E27FC236}">
                    <a16:creationId xmlns:a16="http://schemas.microsoft.com/office/drawing/2014/main" id="{FA2B0F09-B19E-CE99-17C1-6C9587A36DC3}"/>
                  </a:ext>
                </a:extLst>
              </p:cNvPr>
              <p:cNvSpPr/>
              <p:nvPr/>
            </p:nvSpPr>
            <p:spPr>
              <a:xfrm>
                <a:off x="3416002" y="1026159"/>
                <a:ext cx="37556" cy="37487"/>
              </a:xfrm>
              <a:custGeom>
                <a:avLst/>
                <a:gdLst/>
                <a:ahLst/>
                <a:cxnLst/>
                <a:rect l="l" t="t" r="r" b="b"/>
                <a:pathLst>
                  <a:path w="547" h="546" extrusionOk="0">
                    <a:moveTo>
                      <a:pt x="490" y="368"/>
                    </a:moveTo>
                    <a:cubicBezTo>
                      <a:pt x="435" y="490"/>
                      <a:pt x="301" y="546"/>
                      <a:pt x="179" y="501"/>
                    </a:cubicBezTo>
                    <a:cubicBezTo>
                      <a:pt x="56" y="457"/>
                      <a:pt x="0" y="312"/>
                      <a:pt x="45" y="189"/>
                    </a:cubicBezTo>
                    <a:cubicBezTo>
                      <a:pt x="78" y="67"/>
                      <a:pt x="223" y="0"/>
                      <a:pt x="357" y="56"/>
                    </a:cubicBezTo>
                    <a:cubicBezTo>
                      <a:pt x="479" y="100"/>
                      <a:pt x="546" y="245"/>
                      <a:pt x="490" y="368"/>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389;p37">
                <a:extLst>
                  <a:ext uri="{FF2B5EF4-FFF2-40B4-BE49-F238E27FC236}">
                    <a16:creationId xmlns:a16="http://schemas.microsoft.com/office/drawing/2014/main" id="{0D92C519-CA54-B5C1-2CA9-73C8DA736E79}"/>
                  </a:ext>
                </a:extLst>
              </p:cNvPr>
              <p:cNvSpPr/>
              <p:nvPr/>
            </p:nvSpPr>
            <p:spPr>
              <a:xfrm>
                <a:off x="3490153" y="1062068"/>
                <a:ext cx="37556" cy="38311"/>
              </a:xfrm>
              <a:custGeom>
                <a:avLst/>
                <a:gdLst/>
                <a:ahLst/>
                <a:cxnLst/>
                <a:rect l="l" t="t" r="r" b="b"/>
                <a:pathLst>
                  <a:path w="547" h="558" extrusionOk="0">
                    <a:moveTo>
                      <a:pt x="469" y="424"/>
                    </a:moveTo>
                    <a:cubicBezTo>
                      <a:pt x="402" y="524"/>
                      <a:pt x="246" y="558"/>
                      <a:pt x="146" y="491"/>
                    </a:cubicBezTo>
                    <a:cubicBezTo>
                      <a:pt x="34" y="424"/>
                      <a:pt x="1" y="279"/>
                      <a:pt x="68" y="168"/>
                    </a:cubicBezTo>
                    <a:cubicBezTo>
                      <a:pt x="123" y="45"/>
                      <a:pt x="279" y="1"/>
                      <a:pt x="391" y="79"/>
                    </a:cubicBezTo>
                    <a:cubicBezTo>
                      <a:pt x="513" y="157"/>
                      <a:pt x="547" y="312"/>
                      <a:pt x="469" y="42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390;p37">
                <a:extLst>
                  <a:ext uri="{FF2B5EF4-FFF2-40B4-BE49-F238E27FC236}">
                    <a16:creationId xmlns:a16="http://schemas.microsoft.com/office/drawing/2014/main" id="{11B0AE14-EB41-23FC-3EE5-DB18A8FFF237}"/>
                  </a:ext>
                </a:extLst>
              </p:cNvPr>
              <p:cNvSpPr/>
              <p:nvPr/>
            </p:nvSpPr>
            <p:spPr>
              <a:xfrm>
                <a:off x="3556683" y="1112532"/>
                <a:ext cx="36801" cy="37556"/>
              </a:xfrm>
              <a:custGeom>
                <a:avLst/>
                <a:gdLst/>
                <a:ahLst/>
                <a:cxnLst/>
                <a:rect l="l" t="t" r="r" b="b"/>
                <a:pathLst>
                  <a:path w="536" h="547" extrusionOk="0">
                    <a:moveTo>
                      <a:pt x="446" y="446"/>
                    </a:moveTo>
                    <a:cubicBezTo>
                      <a:pt x="346" y="535"/>
                      <a:pt x="201" y="547"/>
                      <a:pt x="112" y="457"/>
                    </a:cubicBezTo>
                    <a:cubicBezTo>
                      <a:pt x="23" y="357"/>
                      <a:pt x="1" y="224"/>
                      <a:pt x="90" y="123"/>
                    </a:cubicBezTo>
                    <a:cubicBezTo>
                      <a:pt x="168" y="23"/>
                      <a:pt x="335" y="1"/>
                      <a:pt x="424" y="101"/>
                    </a:cubicBezTo>
                    <a:cubicBezTo>
                      <a:pt x="524" y="201"/>
                      <a:pt x="536" y="346"/>
                      <a:pt x="446" y="44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391;p37">
                <a:extLst>
                  <a:ext uri="{FF2B5EF4-FFF2-40B4-BE49-F238E27FC236}">
                    <a16:creationId xmlns:a16="http://schemas.microsoft.com/office/drawing/2014/main" id="{16E26292-BD19-E2DA-2C7F-2EA27B55359E}"/>
                  </a:ext>
                </a:extLst>
              </p:cNvPr>
              <p:cNvSpPr/>
              <p:nvPr/>
            </p:nvSpPr>
            <p:spPr>
              <a:xfrm>
                <a:off x="3613327" y="1173707"/>
                <a:ext cx="36732" cy="37556"/>
              </a:xfrm>
              <a:custGeom>
                <a:avLst/>
                <a:gdLst/>
                <a:ahLst/>
                <a:cxnLst/>
                <a:rect l="l" t="t" r="r" b="b"/>
                <a:pathLst>
                  <a:path w="535" h="547" extrusionOk="0">
                    <a:moveTo>
                      <a:pt x="401" y="469"/>
                    </a:moveTo>
                    <a:cubicBezTo>
                      <a:pt x="290" y="547"/>
                      <a:pt x="145" y="524"/>
                      <a:pt x="67" y="424"/>
                    </a:cubicBezTo>
                    <a:cubicBezTo>
                      <a:pt x="0" y="313"/>
                      <a:pt x="0" y="179"/>
                      <a:pt x="112" y="90"/>
                    </a:cubicBezTo>
                    <a:cubicBezTo>
                      <a:pt x="212" y="1"/>
                      <a:pt x="368" y="12"/>
                      <a:pt x="457" y="135"/>
                    </a:cubicBezTo>
                    <a:cubicBezTo>
                      <a:pt x="535" y="246"/>
                      <a:pt x="513" y="402"/>
                      <a:pt x="401" y="46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392;p37">
                <a:extLst>
                  <a:ext uri="{FF2B5EF4-FFF2-40B4-BE49-F238E27FC236}">
                    <a16:creationId xmlns:a16="http://schemas.microsoft.com/office/drawing/2014/main" id="{C54B966F-6CE6-920E-6878-72E553B6D6CF}"/>
                  </a:ext>
                </a:extLst>
              </p:cNvPr>
              <p:cNvSpPr/>
              <p:nvPr/>
            </p:nvSpPr>
            <p:spPr>
              <a:xfrm>
                <a:off x="3656101" y="1244083"/>
                <a:ext cx="37556" cy="37556"/>
              </a:xfrm>
              <a:custGeom>
                <a:avLst/>
                <a:gdLst/>
                <a:ahLst/>
                <a:cxnLst/>
                <a:rect l="l" t="t" r="r" b="b"/>
                <a:pathLst>
                  <a:path w="547" h="547" extrusionOk="0">
                    <a:moveTo>
                      <a:pt x="380" y="491"/>
                    </a:moveTo>
                    <a:cubicBezTo>
                      <a:pt x="257" y="546"/>
                      <a:pt x="112" y="502"/>
                      <a:pt x="68" y="379"/>
                    </a:cubicBezTo>
                    <a:cubicBezTo>
                      <a:pt x="1" y="268"/>
                      <a:pt x="46" y="123"/>
                      <a:pt x="157" y="67"/>
                    </a:cubicBezTo>
                    <a:cubicBezTo>
                      <a:pt x="279" y="1"/>
                      <a:pt x="424" y="45"/>
                      <a:pt x="491" y="168"/>
                    </a:cubicBezTo>
                    <a:cubicBezTo>
                      <a:pt x="547" y="290"/>
                      <a:pt x="502" y="446"/>
                      <a:pt x="380" y="49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393;p37">
                <a:extLst>
                  <a:ext uri="{FF2B5EF4-FFF2-40B4-BE49-F238E27FC236}">
                    <a16:creationId xmlns:a16="http://schemas.microsoft.com/office/drawing/2014/main" id="{979EE97C-AADF-D31D-5106-4301D35A7CE0}"/>
                  </a:ext>
                </a:extLst>
              </p:cNvPr>
              <p:cNvSpPr/>
              <p:nvPr/>
            </p:nvSpPr>
            <p:spPr>
              <a:xfrm>
                <a:off x="3686723" y="1321324"/>
                <a:ext cx="37556" cy="37556"/>
              </a:xfrm>
              <a:custGeom>
                <a:avLst/>
                <a:gdLst/>
                <a:ahLst/>
                <a:cxnLst/>
                <a:rect l="l" t="t" r="r" b="b"/>
                <a:pathLst>
                  <a:path w="547" h="547" extrusionOk="0">
                    <a:moveTo>
                      <a:pt x="335" y="513"/>
                    </a:moveTo>
                    <a:cubicBezTo>
                      <a:pt x="201" y="547"/>
                      <a:pt x="78" y="469"/>
                      <a:pt x="45" y="346"/>
                    </a:cubicBezTo>
                    <a:cubicBezTo>
                      <a:pt x="1" y="223"/>
                      <a:pt x="67" y="90"/>
                      <a:pt x="201" y="45"/>
                    </a:cubicBezTo>
                    <a:cubicBezTo>
                      <a:pt x="324" y="1"/>
                      <a:pt x="457" y="79"/>
                      <a:pt x="502" y="212"/>
                    </a:cubicBezTo>
                    <a:cubicBezTo>
                      <a:pt x="546" y="346"/>
                      <a:pt x="457" y="480"/>
                      <a:pt x="335" y="513"/>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394;p37">
                <a:extLst>
                  <a:ext uri="{FF2B5EF4-FFF2-40B4-BE49-F238E27FC236}">
                    <a16:creationId xmlns:a16="http://schemas.microsoft.com/office/drawing/2014/main" id="{4AA898B3-BEA6-A8EC-8647-EB2ED672551B}"/>
                  </a:ext>
                </a:extLst>
              </p:cNvPr>
              <p:cNvSpPr/>
              <p:nvPr/>
            </p:nvSpPr>
            <p:spPr>
              <a:xfrm>
                <a:off x="3703544" y="1403921"/>
                <a:ext cx="35222" cy="35290"/>
              </a:xfrm>
              <a:custGeom>
                <a:avLst/>
                <a:gdLst/>
                <a:ahLst/>
                <a:cxnLst/>
                <a:rect l="l" t="t" r="r" b="b"/>
                <a:pathLst>
                  <a:path w="513" h="514" extrusionOk="0">
                    <a:moveTo>
                      <a:pt x="268" y="502"/>
                    </a:moveTo>
                    <a:cubicBezTo>
                      <a:pt x="134" y="513"/>
                      <a:pt x="34" y="413"/>
                      <a:pt x="12" y="279"/>
                    </a:cubicBezTo>
                    <a:cubicBezTo>
                      <a:pt x="1" y="157"/>
                      <a:pt x="90" y="34"/>
                      <a:pt x="223" y="23"/>
                    </a:cubicBezTo>
                    <a:cubicBezTo>
                      <a:pt x="357" y="1"/>
                      <a:pt x="468" y="101"/>
                      <a:pt x="491" y="235"/>
                    </a:cubicBezTo>
                    <a:cubicBezTo>
                      <a:pt x="513" y="379"/>
                      <a:pt x="402" y="491"/>
                      <a:pt x="268" y="502"/>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395;p37">
                <a:extLst>
                  <a:ext uri="{FF2B5EF4-FFF2-40B4-BE49-F238E27FC236}">
                    <a16:creationId xmlns:a16="http://schemas.microsoft.com/office/drawing/2014/main" id="{151642D3-7C3B-7679-632C-23D60C663CF6}"/>
                  </a:ext>
                </a:extLst>
              </p:cNvPr>
              <p:cNvSpPr/>
              <p:nvPr/>
            </p:nvSpPr>
            <p:spPr>
              <a:xfrm>
                <a:off x="3703544" y="1488028"/>
                <a:ext cx="34466" cy="34535"/>
              </a:xfrm>
              <a:custGeom>
                <a:avLst/>
                <a:gdLst/>
                <a:ahLst/>
                <a:cxnLst/>
                <a:rect l="l" t="t" r="r" b="b"/>
                <a:pathLst>
                  <a:path w="502" h="503" extrusionOk="0">
                    <a:moveTo>
                      <a:pt x="234" y="480"/>
                    </a:moveTo>
                    <a:cubicBezTo>
                      <a:pt x="101" y="469"/>
                      <a:pt x="1" y="346"/>
                      <a:pt x="12" y="224"/>
                    </a:cubicBezTo>
                    <a:cubicBezTo>
                      <a:pt x="23" y="90"/>
                      <a:pt x="134" y="1"/>
                      <a:pt x="268" y="1"/>
                    </a:cubicBezTo>
                    <a:cubicBezTo>
                      <a:pt x="402" y="12"/>
                      <a:pt x="502" y="124"/>
                      <a:pt x="491" y="268"/>
                    </a:cubicBezTo>
                    <a:cubicBezTo>
                      <a:pt x="480" y="402"/>
                      <a:pt x="368" y="502"/>
                      <a:pt x="234" y="48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6" name="Google Shape;396;p37">
              <a:extLst>
                <a:ext uri="{FF2B5EF4-FFF2-40B4-BE49-F238E27FC236}">
                  <a16:creationId xmlns:a16="http://schemas.microsoft.com/office/drawing/2014/main" id="{AEBD05A8-2A58-BF01-9404-1E54FC83079B}"/>
                </a:ext>
              </a:extLst>
            </p:cNvPr>
            <p:cNvSpPr/>
            <p:nvPr/>
          </p:nvSpPr>
          <p:spPr>
            <a:xfrm>
              <a:off x="2916578" y="1143154"/>
              <a:ext cx="682254" cy="639411"/>
            </a:xfrm>
            <a:custGeom>
              <a:avLst/>
              <a:gdLst/>
              <a:ahLst/>
              <a:cxnLst/>
              <a:rect l="l" t="t" r="r" b="b"/>
              <a:pathLst>
                <a:path w="9937" h="9313" extrusionOk="0">
                  <a:moveTo>
                    <a:pt x="9157" y="2807"/>
                  </a:moveTo>
                  <a:cubicBezTo>
                    <a:pt x="9157" y="2807"/>
                    <a:pt x="8756" y="646"/>
                    <a:pt x="5303" y="323"/>
                  </a:cubicBezTo>
                  <a:cubicBezTo>
                    <a:pt x="1850" y="0"/>
                    <a:pt x="635" y="2317"/>
                    <a:pt x="312" y="3854"/>
                  </a:cubicBezTo>
                  <a:cubicBezTo>
                    <a:pt x="0" y="5392"/>
                    <a:pt x="1371" y="9313"/>
                    <a:pt x="4801" y="8143"/>
                  </a:cubicBezTo>
                  <a:cubicBezTo>
                    <a:pt x="4801" y="8143"/>
                    <a:pt x="5013" y="8622"/>
                    <a:pt x="5470" y="8689"/>
                  </a:cubicBezTo>
                  <a:cubicBezTo>
                    <a:pt x="5926" y="8744"/>
                    <a:pt x="8767" y="9201"/>
                    <a:pt x="9001" y="8689"/>
                  </a:cubicBezTo>
                  <a:cubicBezTo>
                    <a:pt x="9235" y="8176"/>
                    <a:pt x="8756" y="8020"/>
                    <a:pt x="8767" y="7876"/>
                  </a:cubicBezTo>
                  <a:cubicBezTo>
                    <a:pt x="8789" y="7742"/>
                    <a:pt x="9224" y="6873"/>
                    <a:pt x="9257" y="6728"/>
                  </a:cubicBezTo>
                  <a:cubicBezTo>
                    <a:pt x="9290" y="6595"/>
                    <a:pt x="9413" y="6494"/>
                    <a:pt x="9413" y="6494"/>
                  </a:cubicBezTo>
                  <a:cubicBezTo>
                    <a:pt x="9413" y="6494"/>
                    <a:pt x="9045" y="6060"/>
                    <a:pt x="9112" y="5915"/>
                  </a:cubicBezTo>
                  <a:cubicBezTo>
                    <a:pt x="9190" y="5759"/>
                    <a:pt x="9413" y="5737"/>
                    <a:pt x="9524" y="5759"/>
                  </a:cubicBezTo>
                  <a:cubicBezTo>
                    <a:pt x="9636" y="5781"/>
                    <a:pt x="9937" y="5559"/>
                    <a:pt x="9781" y="5258"/>
                  </a:cubicBezTo>
                  <a:cubicBezTo>
                    <a:pt x="9613" y="4957"/>
                    <a:pt x="8923" y="4099"/>
                    <a:pt x="8878" y="3754"/>
                  </a:cubicBezTo>
                  <a:cubicBezTo>
                    <a:pt x="8834" y="3409"/>
                    <a:pt x="9224" y="3019"/>
                    <a:pt x="9157" y="280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47" name="Google Shape;397;p37">
              <a:extLst>
                <a:ext uri="{FF2B5EF4-FFF2-40B4-BE49-F238E27FC236}">
                  <a16:creationId xmlns:a16="http://schemas.microsoft.com/office/drawing/2014/main" id="{05D0860F-AB01-EF69-CDDE-8428FD045E1C}"/>
                </a:ext>
              </a:extLst>
            </p:cNvPr>
            <p:cNvSpPr/>
            <p:nvPr/>
          </p:nvSpPr>
          <p:spPr>
            <a:xfrm>
              <a:off x="2916578" y="1143154"/>
              <a:ext cx="632546" cy="639411"/>
            </a:xfrm>
            <a:custGeom>
              <a:avLst/>
              <a:gdLst/>
              <a:ahLst/>
              <a:cxnLst/>
              <a:rect l="l" t="t" r="r" b="b"/>
              <a:pathLst>
                <a:path w="9213" h="9313" extrusionOk="0">
                  <a:moveTo>
                    <a:pt x="7686" y="7931"/>
                  </a:moveTo>
                  <a:cubicBezTo>
                    <a:pt x="7252" y="7798"/>
                    <a:pt x="6951" y="7430"/>
                    <a:pt x="6795" y="7018"/>
                  </a:cubicBezTo>
                  <a:cubicBezTo>
                    <a:pt x="6717" y="6817"/>
                    <a:pt x="6706" y="6505"/>
                    <a:pt x="6684" y="6249"/>
                  </a:cubicBezTo>
                  <a:cubicBezTo>
                    <a:pt x="6651" y="6238"/>
                    <a:pt x="6628" y="6227"/>
                    <a:pt x="6595" y="6216"/>
                  </a:cubicBezTo>
                  <a:cubicBezTo>
                    <a:pt x="6327" y="6116"/>
                    <a:pt x="5982" y="5893"/>
                    <a:pt x="5871" y="5626"/>
                  </a:cubicBezTo>
                  <a:cubicBezTo>
                    <a:pt x="5626" y="5057"/>
                    <a:pt x="5514" y="4378"/>
                    <a:pt x="5693" y="3776"/>
                  </a:cubicBezTo>
                  <a:cubicBezTo>
                    <a:pt x="6060" y="2551"/>
                    <a:pt x="7241" y="1994"/>
                    <a:pt x="8377" y="1537"/>
                  </a:cubicBezTo>
                  <a:cubicBezTo>
                    <a:pt x="7820" y="1003"/>
                    <a:pt x="6884" y="468"/>
                    <a:pt x="5303" y="323"/>
                  </a:cubicBezTo>
                  <a:cubicBezTo>
                    <a:pt x="1850" y="0"/>
                    <a:pt x="635" y="2317"/>
                    <a:pt x="312" y="3854"/>
                  </a:cubicBezTo>
                  <a:cubicBezTo>
                    <a:pt x="0" y="5392"/>
                    <a:pt x="1371" y="9313"/>
                    <a:pt x="4801" y="8143"/>
                  </a:cubicBezTo>
                  <a:cubicBezTo>
                    <a:pt x="4801" y="8143"/>
                    <a:pt x="5013" y="8622"/>
                    <a:pt x="5470" y="8689"/>
                  </a:cubicBezTo>
                  <a:cubicBezTo>
                    <a:pt x="5926" y="8744"/>
                    <a:pt x="8767" y="9201"/>
                    <a:pt x="9001" y="8689"/>
                  </a:cubicBezTo>
                  <a:cubicBezTo>
                    <a:pt x="9212" y="8232"/>
                    <a:pt x="8845" y="8054"/>
                    <a:pt x="8778" y="7920"/>
                  </a:cubicBezTo>
                  <a:cubicBezTo>
                    <a:pt x="8422" y="8032"/>
                    <a:pt x="8032" y="8043"/>
                    <a:pt x="7686" y="793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398;p37">
              <a:extLst>
                <a:ext uri="{FF2B5EF4-FFF2-40B4-BE49-F238E27FC236}">
                  <a16:creationId xmlns:a16="http://schemas.microsoft.com/office/drawing/2014/main" id="{9B97CFEC-5D13-8B28-3081-8CDA760CA7FD}"/>
                </a:ext>
              </a:extLst>
            </p:cNvPr>
            <p:cNvSpPr/>
            <p:nvPr/>
          </p:nvSpPr>
          <p:spPr>
            <a:xfrm>
              <a:off x="2948711" y="1527095"/>
              <a:ext cx="596569" cy="247855"/>
            </a:xfrm>
            <a:custGeom>
              <a:avLst/>
              <a:gdLst/>
              <a:ahLst/>
              <a:cxnLst/>
              <a:rect l="l" t="t" r="r" b="b"/>
              <a:pathLst>
                <a:path w="8689" h="3610" extrusionOk="0">
                  <a:moveTo>
                    <a:pt x="7085" y="2763"/>
                  </a:moveTo>
                  <a:cubicBezTo>
                    <a:pt x="6494" y="2785"/>
                    <a:pt x="5548" y="2807"/>
                    <a:pt x="5035" y="2417"/>
                  </a:cubicBezTo>
                  <a:cubicBezTo>
                    <a:pt x="4846" y="2272"/>
                    <a:pt x="4712" y="2094"/>
                    <a:pt x="4590" y="1927"/>
                  </a:cubicBezTo>
                  <a:cubicBezTo>
                    <a:pt x="4501" y="1983"/>
                    <a:pt x="4434" y="2039"/>
                    <a:pt x="4445" y="2027"/>
                  </a:cubicBezTo>
                  <a:cubicBezTo>
                    <a:pt x="4233" y="2194"/>
                    <a:pt x="3877" y="2228"/>
                    <a:pt x="3621" y="2272"/>
                  </a:cubicBezTo>
                  <a:cubicBezTo>
                    <a:pt x="3208" y="2339"/>
                    <a:pt x="2451" y="2328"/>
                    <a:pt x="2039" y="2161"/>
                  </a:cubicBezTo>
                  <a:cubicBezTo>
                    <a:pt x="1292" y="1838"/>
                    <a:pt x="836" y="1426"/>
                    <a:pt x="0" y="0"/>
                  </a:cubicBezTo>
                  <a:cubicBezTo>
                    <a:pt x="490" y="1638"/>
                    <a:pt x="1894" y="3386"/>
                    <a:pt x="4333" y="2551"/>
                  </a:cubicBezTo>
                  <a:cubicBezTo>
                    <a:pt x="4333" y="2551"/>
                    <a:pt x="4545" y="3030"/>
                    <a:pt x="5002" y="3097"/>
                  </a:cubicBezTo>
                  <a:cubicBezTo>
                    <a:pt x="5458" y="3152"/>
                    <a:pt x="8299" y="3609"/>
                    <a:pt x="8533" y="3097"/>
                  </a:cubicBezTo>
                  <a:cubicBezTo>
                    <a:pt x="8689" y="2763"/>
                    <a:pt x="8533" y="2584"/>
                    <a:pt x="8410" y="2451"/>
                  </a:cubicBezTo>
                  <a:cubicBezTo>
                    <a:pt x="8032" y="2640"/>
                    <a:pt x="7597" y="2751"/>
                    <a:pt x="7085" y="2763"/>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399;p37">
              <a:extLst>
                <a:ext uri="{FF2B5EF4-FFF2-40B4-BE49-F238E27FC236}">
                  <a16:creationId xmlns:a16="http://schemas.microsoft.com/office/drawing/2014/main" id="{E0E16FB5-C695-C8E3-09E1-59C67E26A35B}"/>
                </a:ext>
              </a:extLst>
            </p:cNvPr>
            <p:cNvSpPr/>
            <p:nvPr/>
          </p:nvSpPr>
          <p:spPr>
            <a:xfrm>
              <a:off x="3026707" y="1286926"/>
              <a:ext cx="318230" cy="348782"/>
            </a:xfrm>
            <a:custGeom>
              <a:avLst/>
              <a:gdLst/>
              <a:ahLst/>
              <a:cxnLst/>
              <a:rect l="l" t="t" r="r" b="b"/>
              <a:pathLst>
                <a:path w="4635" h="5080" extrusionOk="0">
                  <a:moveTo>
                    <a:pt x="4178" y="925"/>
                  </a:moveTo>
                  <a:cubicBezTo>
                    <a:pt x="3966" y="591"/>
                    <a:pt x="3398" y="0"/>
                    <a:pt x="2952" y="67"/>
                  </a:cubicBezTo>
                  <a:cubicBezTo>
                    <a:pt x="2317" y="168"/>
                    <a:pt x="1727" y="301"/>
                    <a:pt x="1137" y="591"/>
                  </a:cubicBezTo>
                  <a:cubicBezTo>
                    <a:pt x="324" y="992"/>
                    <a:pt x="234" y="1404"/>
                    <a:pt x="101" y="2251"/>
                  </a:cubicBezTo>
                  <a:cubicBezTo>
                    <a:pt x="1" y="2908"/>
                    <a:pt x="669" y="4178"/>
                    <a:pt x="1259" y="4556"/>
                  </a:cubicBezTo>
                  <a:cubicBezTo>
                    <a:pt x="2072" y="5080"/>
                    <a:pt x="2752" y="4890"/>
                    <a:pt x="3509" y="4389"/>
                  </a:cubicBezTo>
                  <a:cubicBezTo>
                    <a:pt x="3810" y="4189"/>
                    <a:pt x="4089" y="3944"/>
                    <a:pt x="4378" y="3721"/>
                  </a:cubicBezTo>
                  <a:cubicBezTo>
                    <a:pt x="4300" y="3543"/>
                    <a:pt x="4289" y="3342"/>
                    <a:pt x="4367" y="3097"/>
                  </a:cubicBezTo>
                  <a:cubicBezTo>
                    <a:pt x="4634" y="2340"/>
                    <a:pt x="4612" y="1627"/>
                    <a:pt x="4178" y="925"/>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0" name="Google Shape;400;p37">
              <a:extLst>
                <a:ext uri="{FF2B5EF4-FFF2-40B4-BE49-F238E27FC236}">
                  <a16:creationId xmlns:a16="http://schemas.microsoft.com/office/drawing/2014/main" id="{81A3E4FB-8415-832D-DB0C-96E98D56EE0D}"/>
                </a:ext>
              </a:extLst>
            </p:cNvPr>
            <p:cNvSpPr/>
            <p:nvPr/>
          </p:nvSpPr>
          <p:spPr>
            <a:xfrm>
              <a:off x="3243943" y="1327435"/>
              <a:ext cx="91796" cy="90354"/>
            </a:xfrm>
            <a:custGeom>
              <a:avLst/>
              <a:gdLst/>
              <a:ahLst/>
              <a:cxnLst/>
              <a:rect l="l" t="t" r="r" b="b"/>
              <a:pathLst>
                <a:path w="1337" h="1316" extrusionOk="0">
                  <a:moveTo>
                    <a:pt x="1092" y="1"/>
                  </a:moveTo>
                  <a:lnTo>
                    <a:pt x="0" y="1048"/>
                  </a:lnTo>
                  <a:lnTo>
                    <a:pt x="189" y="1315"/>
                  </a:lnTo>
                  <a:lnTo>
                    <a:pt x="1337" y="469"/>
                  </a:lnTo>
                  <a:lnTo>
                    <a:pt x="1092" y="1"/>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1" name="Google Shape;401;p37">
              <a:extLst>
                <a:ext uri="{FF2B5EF4-FFF2-40B4-BE49-F238E27FC236}">
                  <a16:creationId xmlns:a16="http://schemas.microsoft.com/office/drawing/2014/main" id="{900CC215-B346-E593-6987-E27683775BB4}"/>
                </a:ext>
              </a:extLst>
            </p:cNvPr>
            <p:cNvSpPr/>
            <p:nvPr/>
          </p:nvSpPr>
          <p:spPr>
            <a:xfrm>
              <a:off x="3196500" y="1279305"/>
              <a:ext cx="58977" cy="109372"/>
            </a:xfrm>
            <a:custGeom>
              <a:avLst/>
              <a:gdLst/>
              <a:ahLst/>
              <a:cxnLst/>
              <a:rect l="l" t="t" r="r" b="b"/>
              <a:pathLst>
                <a:path w="859" h="1593" extrusionOk="0">
                  <a:moveTo>
                    <a:pt x="401" y="0"/>
                  </a:moveTo>
                  <a:lnTo>
                    <a:pt x="0" y="1448"/>
                  </a:lnTo>
                  <a:lnTo>
                    <a:pt x="301" y="1593"/>
                  </a:lnTo>
                  <a:lnTo>
                    <a:pt x="858" y="267"/>
                  </a:lnTo>
                  <a:lnTo>
                    <a:pt x="401" y="0"/>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2" name="Google Shape;402;p37">
              <a:extLst>
                <a:ext uri="{FF2B5EF4-FFF2-40B4-BE49-F238E27FC236}">
                  <a16:creationId xmlns:a16="http://schemas.microsoft.com/office/drawing/2014/main" id="{AF8CF566-E2A5-5CAC-9201-4DC406A20993}"/>
                </a:ext>
              </a:extLst>
            </p:cNvPr>
            <p:cNvSpPr/>
            <p:nvPr/>
          </p:nvSpPr>
          <p:spPr>
            <a:xfrm>
              <a:off x="3123104" y="1279305"/>
              <a:ext cx="47443" cy="100241"/>
            </a:xfrm>
            <a:custGeom>
              <a:avLst/>
              <a:gdLst/>
              <a:ahLst/>
              <a:cxnLst/>
              <a:rect l="l" t="t" r="r" b="b"/>
              <a:pathLst>
                <a:path w="691" h="1460" extrusionOk="0">
                  <a:moveTo>
                    <a:pt x="0" y="0"/>
                  </a:moveTo>
                  <a:lnTo>
                    <a:pt x="368" y="1459"/>
                  </a:lnTo>
                  <a:lnTo>
                    <a:pt x="691" y="1426"/>
                  </a:lnTo>
                  <a:lnTo>
                    <a:pt x="524" y="11"/>
                  </a:lnTo>
                  <a:lnTo>
                    <a:pt x="0" y="0"/>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3" name="Google Shape;403;p37">
              <a:extLst>
                <a:ext uri="{FF2B5EF4-FFF2-40B4-BE49-F238E27FC236}">
                  <a16:creationId xmlns:a16="http://schemas.microsoft.com/office/drawing/2014/main" id="{414B501C-887B-7F1E-CAD5-31C310F430FE}"/>
                </a:ext>
              </a:extLst>
            </p:cNvPr>
            <p:cNvSpPr/>
            <p:nvPr/>
          </p:nvSpPr>
          <p:spPr>
            <a:xfrm>
              <a:off x="3056505" y="1344256"/>
              <a:ext cx="68933" cy="68177"/>
            </a:xfrm>
            <a:custGeom>
              <a:avLst/>
              <a:gdLst/>
              <a:ahLst/>
              <a:cxnLst/>
              <a:rect l="l" t="t" r="r" b="b"/>
              <a:pathLst>
                <a:path w="1004" h="993" extrusionOk="0">
                  <a:moveTo>
                    <a:pt x="291" y="1"/>
                  </a:moveTo>
                  <a:cubicBezTo>
                    <a:pt x="257" y="34"/>
                    <a:pt x="213" y="79"/>
                    <a:pt x="179" y="123"/>
                  </a:cubicBezTo>
                  <a:cubicBezTo>
                    <a:pt x="146" y="168"/>
                    <a:pt x="135" y="179"/>
                    <a:pt x="123" y="190"/>
                  </a:cubicBezTo>
                  <a:cubicBezTo>
                    <a:pt x="112" y="201"/>
                    <a:pt x="112" y="213"/>
                    <a:pt x="101" y="224"/>
                  </a:cubicBezTo>
                  <a:cubicBezTo>
                    <a:pt x="68" y="268"/>
                    <a:pt x="34" y="324"/>
                    <a:pt x="1" y="368"/>
                  </a:cubicBezTo>
                  <a:lnTo>
                    <a:pt x="825" y="992"/>
                  </a:lnTo>
                  <a:cubicBezTo>
                    <a:pt x="870" y="881"/>
                    <a:pt x="925" y="769"/>
                    <a:pt x="1003" y="680"/>
                  </a:cubicBezTo>
                  <a:lnTo>
                    <a:pt x="291" y="1"/>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4" name="Google Shape;404;p37">
              <a:extLst>
                <a:ext uri="{FF2B5EF4-FFF2-40B4-BE49-F238E27FC236}">
                  <a16:creationId xmlns:a16="http://schemas.microsoft.com/office/drawing/2014/main" id="{A302D47E-C00D-A61A-5668-9CE1A9E81724}"/>
                </a:ext>
              </a:extLst>
            </p:cNvPr>
            <p:cNvSpPr/>
            <p:nvPr/>
          </p:nvSpPr>
          <p:spPr>
            <a:xfrm>
              <a:off x="3025952" y="1426098"/>
              <a:ext cx="74219" cy="33711"/>
            </a:xfrm>
            <a:custGeom>
              <a:avLst/>
              <a:gdLst/>
              <a:ahLst/>
              <a:cxnLst/>
              <a:rect l="l" t="t" r="r" b="b"/>
              <a:pathLst>
                <a:path w="1081" h="491" extrusionOk="0">
                  <a:moveTo>
                    <a:pt x="981" y="1"/>
                  </a:moveTo>
                  <a:lnTo>
                    <a:pt x="0" y="23"/>
                  </a:lnTo>
                  <a:cubicBezTo>
                    <a:pt x="0" y="79"/>
                    <a:pt x="12" y="134"/>
                    <a:pt x="12" y="190"/>
                  </a:cubicBezTo>
                  <a:cubicBezTo>
                    <a:pt x="12" y="235"/>
                    <a:pt x="12" y="268"/>
                    <a:pt x="12" y="279"/>
                  </a:cubicBezTo>
                  <a:cubicBezTo>
                    <a:pt x="23" y="290"/>
                    <a:pt x="23" y="301"/>
                    <a:pt x="23" y="313"/>
                  </a:cubicBezTo>
                  <a:cubicBezTo>
                    <a:pt x="34" y="368"/>
                    <a:pt x="45" y="435"/>
                    <a:pt x="56" y="491"/>
                  </a:cubicBezTo>
                  <a:lnTo>
                    <a:pt x="1081" y="335"/>
                  </a:lnTo>
                  <a:cubicBezTo>
                    <a:pt x="1025" y="235"/>
                    <a:pt x="992" y="112"/>
                    <a:pt x="981"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5" name="Google Shape;405;p37">
              <a:extLst>
                <a:ext uri="{FF2B5EF4-FFF2-40B4-BE49-F238E27FC236}">
                  <a16:creationId xmlns:a16="http://schemas.microsoft.com/office/drawing/2014/main" id="{F06544D5-9AE5-4976-05C3-214CF37CAF40}"/>
                </a:ext>
              </a:extLst>
            </p:cNvPr>
            <p:cNvSpPr/>
            <p:nvPr/>
          </p:nvSpPr>
          <p:spPr>
            <a:xfrm>
              <a:off x="3038173" y="1478897"/>
              <a:ext cx="76554" cy="58153"/>
            </a:xfrm>
            <a:custGeom>
              <a:avLst/>
              <a:gdLst/>
              <a:ahLst/>
              <a:cxnLst/>
              <a:rect l="l" t="t" r="r" b="b"/>
              <a:pathLst>
                <a:path w="1115" h="847" extrusionOk="0">
                  <a:moveTo>
                    <a:pt x="881" y="0"/>
                  </a:moveTo>
                  <a:lnTo>
                    <a:pt x="1" y="446"/>
                  </a:lnTo>
                  <a:cubicBezTo>
                    <a:pt x="23" y="490"/>
                    <a:pt x="56" y="546"/>
                    <a:pt x="90" y="591"/>
                  </a:cubicBezTo>
                  <a:cubicBezTo>
                    <a:pt x="112" y="635"/>
                    <a:pt x="123" y="658"/>
                    <a:pt x="123" y="669"/>
                  </a:cubicBezTo>
                  <a:cubicBezTo>
                    <a:pt x="134" y="680"/>
                    <a:pt x="134" y="680"/>
                    <a:pt x="145" y="702"/>
                  </a:cubicBezTo>
                  <a:cubicBezTo>
                    <a:pt x="179" y="747"/>
                    <a:pt x="223" y="791"/>
                    <a:pt x="257" y="847"/>
                  </a:cubicBezTo>
                  <a:lnTo>
                    <a:pt x="1115" y="279"/>
                  </a:lnTo>
                  <a:cubicBezTo>
                    <a:pt x="1025" y="201"/>
                    <a:pt x="947" y="112"/>
                    <a:pt x="881"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6" name="Google Shape;406;p37">
              <a:extLst>
                <a:ext uri="{FF2B5EF4-FFF2-40B4-BE49-F238E27FC236}">
                  <a16:creationId xmlns:a16="http://schemas.microsoft.com/office/drawing/2014/main" id="{FF45F6A8-6A5E-5966-1D66-1BEAE7533DD7}"/>
                </a:ext>
              </a:extLst>
            </p:cNvPr>
            <p:cNvSpPr/>
            <p:nvPr/>
          </p:nvSpPr>
          <p:spPr>
            <a:xfrm>
              <a:off x="3090971" y="1519405"/>
              <a:ext cx="59732" cy="71198"/>
            </a:xfrm>
            <a:custGeom>
              <a:avLst/>
              <a:gdLst/>
              <a:ahLst/>
              <a:cxnLst/>
              <a:rect l="l" t="t" r="r" b="b"/>
              <a:pathLst>
                <a:path w="870" h="1037" extrusionOk="0">
                  <a:moveTo>
                    <a:pt x="535" y="1"/>
                  </a:moveTo>
                  <a:lnTo>
                    <a:pt x="0" y="825"/>
                  </a:lnTo>
                  <a:cubicBezTo>
                    <a:pt x="45" y="858"/>
                    <a:pt x="100" y="881"/>
                    <a:pt x="145" y="914"/>
                  </a:cubicBezTo>
                  <a:cubicBezTo>
                    <a:pt x="190" y="936"/>
                    <a:pt x="212" y="948"/>
                    <a:pt x="223" y="959"/>
                  </a:cubicBezTo>
                  <a:cubicBezTo>
                    <a:pt x="234" y="959"/>
                    <a:pt x="245" y="959"/>
                    <a:pt x="256" y="970"/>
                  </a:cubicBezTo>
                  <a:cubicBezTo>
                    <a:pt x="312" y="992"/>
                    <a:pt x="368" y="1014"/>
                    <a:pt x="423" y="1037"/>
                  </a:cubicBezTo>
                  <a:lnTo>
                    <a:pt x="869" y="112"/>
                  </a:lnTo>
                  <a:cubicBezTo>
                    <a:pt x="758" y="90"/>
                    <a:pt x="635" y="56"/>
                    <a:pt x="535"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7" name="Google Shape;407;p37">
              <a:extLst>
                <a:ext uri="{FF2B5EF4-FFF2-40B4-BE49-F238E27FC236}">
                  <a16:creationId xmlns:a16="http://schemas.microsoft.com/office/drawing/2014/main" id="{D440EC88-AD9D-B01F-9FDB-A6BF55DAF476}"/>
                </a:ext>
              </a:extLst>
            </p:cNvPr>
            <p:cNvSpPr/>
            <p:nvPr/>
          </p:nvSpPr>
          <p:spPr>
            <a:xfrm>
              <a:off x="3150636" y="1544672"/>
              <a:ext cx="46687" cy="71198"/>
            </a:xfrm>
            <a:custGeom>
              <a:avLst/>
              <a:gdLst/>
              <a:ahLst/>
              <a:cxnLst/>
              <a:rect l="l" t="t" r="r" b="b"/>
              <a:pathLst>
                <a:path w="680" h="1037" extrusionOk="0">
                  <a:moveTo>
                    <a:pt x="334" y="0"/>
                  </a:moveTo>
                  <a:lnTo>
                    <a:pt x="0" y="936"/>
                  </a:lnTo>
                  <a:cubicBezTo>
                    <a:pt x="56" y="947"/>
                    <a:pt x="111" y="958"/>
                    <a:pt x="178" y="981"/>
                  </a:cubicBezTo>
                  <a:cubicBezTo>
                    <a:pt x="223" y="992"/>
                    <a:pt x="245" y="1003"/>
                    <a:pt x="256" y="1003"/>
                  </a:cubicBezTo>
                  <a:cubicBezTo>
                    <a:pt x="267" y="1003"/>
                    <a:pt x="267" y="1003"/>
                    <a:pt x="290" y="1014"/>
                  </a:cubicBezTo>
                  <a:cubicBezTo>
                    <a:pt x="345" y="1025"/>
                    <a:pt x="412" y="1025"/>
                    <a:pt x="468" y="1036"/>
                  </a:cubicBezTo>
                  <a:lnTo>
                    <a:pt x="680" y="23"/>
                  </a:lnTo>
                  <a:lnTo>
                    <a:pt x="680" y="23"/>
                  </a:lnTo>
                  <a:cubicBezTo>
                    <a:pt x="640" y="30"/>
                    <a:pt x="599" y="34"/>
                    <a:pt x="558" y="34"/>
                  </a:cubicBezTo>
                  <a:cubicBezTo>
                    <a:pt x="483" y="34"/>
                    <a:pt x="406" y="22"/>
                    <a:pt x="334"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8" name="Google Shape;408;p37">
              <a:extLst>
                <a:ext uri="{FF2B5EF4-FFF2-40B4-BE49-F238E27FC236}">
                  <a16:creationId xmlns:a16="http://schemas.microsoft.com/office/drawing/2014/main" id="{4F136571-3C06-FD8D-7A5C-EDCE8DC9AB27}"/>
                </a:ext>
              </a:extLst>
            </p:cNvPr>
            <p:cNvSpPr/>
            <p:nvPr/>
          </p:nvSpPr>
          <p:spPr>
            <a:xfrm>
              <a:off x="3256164" y="1425342"/>
              <a:ext cx="86440" cy="35222"/>
            </a:xfrm>
            <a:custGeom>
              <a:avLst/>
              <a:gdLst/>
              <a:ahLst/>
              <a:cxnLst/>
              <a:rect l="l" t="t" r="r" b="b"/>
              <a:pathLst>
                <a:path w="1259" h="513" extrusionOk="0">
                  <a:moveTo>
                    <a:pt x="1259" y="1"/>
                  </a:moveTo>
                  <a:lnTo>
                    <a:pt x="0" y="179"/>
                  </a:lnTo>
                  <a:lnTo>
                    <a:pt x="0" y="513"/>
                  </a:lnTo>
                  <a:lnTo>
                    <a:pt x="1237" y="491"/>
                  </a:lnTo>
                  <a:cubicBezTo>
                    <a:pt x="1259" y="324"/>
                    <a:pt x="1259" y="157"/>
                    <a:pt x="1259"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9" name="Google Shape;409;p37">
              <a:extLst>
                <a:ext uri="{FF2B5EF4-FFF2-40B4-BE49-F238E27FC236}">
                  <a16:creationId xmlns:a16="http://schemas.microsoft.com/office/drawing/2014/main" id="{8C9C90D4-7F98-CDCD-1AB5-11BE6222A79D}"/>
                </a:ext>
              </a:extLst>
            </p:cNvPr>
            <p:cNvSpPr/>
            <p:nvPr/>
          </p:nvSpPr>
          <p:spPr>
            <a:xfrm>
              <a:off x="3243119" y="1478141"/>
              <a:ext cx="84999" cy="61243"/>
            </a:xfrm>
            <a:custGeom>
              <a:avLst/>
              <a:gdLst/>
              <a:ahLst/>
              <a:cxnLst/>
              <a:rect l="l" t="t" r="r" b="b"/>
              <a:pathLst>
                <a:path w="1238" h="892" extrusionOk="0">
                  <a:moveTo>
                    <a:pt x="190" y="0"/>
                  </a:moveTo>
                  <a:lnTo>
                    <a:pt x="1" y="279"/>
                  </a:lnTo>
                  <a:lnTo>
                    <a:pt x="981" y="891"/>
                  </a:lnTo>
                  <a:cubicBezTo>
                    <a:pt x="1059" y="758"/>
                    <a:pt x="1148" y="624"/>
                    <a:pt x="1237" y="490"/>
                  </a:cubicBezTo>
                  <a:lnTo>
                    <a:pt x="190" y="0"/>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0" name="Google Shape;410;p37">
              <a:extLst>
                <a:ext uri="{FF2B5EF4-FFF2-40B4-BE49-F238E27FC236}">
                  <a16:creationId xmlns:a16="http://schemas.microsoft.com/office/drawing/2014/main" id="{BE99AD5F-BF81-F2BD-C491-FE40DAAB77CB}"/>
                </a:ext>
              </a:extLst>
            </p:cNvPr>
            <p:cNvSpPr/>
            <p:nvPr/>
          </p:nvSpPr>
          <p:spPr>
            <a:xfrm>
              <a:off x="3026707" y="1291183"/>
              <a:ext cx="318230" cy="330039"/>
            </a:xfrm>
            <a:custGeom>
              <a:avLst/>
              <a:gdLst/>
              <a:ahLst/>
              <a:cxnLst/>
              <a:rect l="l" t="t" r="r" b="b"/>
              <a:pathLst>
                <a:path w="4635" h="4807" extrusionOk="0">
                  <a:moveTo>
                    <a:pt x="2570" y="683"/>
                  </a:moveTo>
                  <a:cubicBezTo>
                    <a:pt x="2688" y="683"/>
                    <a:pt x="2804" y="691"/>
                    <a:pt x="2919" y="707"/>
                  </a:cubicBezTo>
                  <a:cubicBezTo>
                    <a:pt x="3933" y="841"/>
                    <a:pt x="4244" y="1932"/>
                    <a:pt x="4066" y="2801"/>
                  </a:cubicBezTo>
                  <a:cubicBezTo>
                    <a:pt x="3902" y="3630"/>
                    <a:pt x="3288" y="4384"/>
                    <a:pt x="2439" y="4384"/>
                  </a:cubicBezTo>
                  <a:cubicBezTo>
                    <a:pt x="2308" y="4384"/>
                    <a:pt x="2170" y="4366"/>
                    <a:pt x="2028" y="4327"/>
                  </a:cubicBezTo>
                  <a:cubicBezTo>
                    <a:pt x="1527" y="4182"/>
                    <a:pt x="1014" y="3715"/>
                    <a:pt x="747" y="3280"/>
                  </a:cubicBezTo>
                  <a:cubicBezTo>
                    <a:pt x="624" y="3102"/>
                    <a:pt x="546" y="2890"/>
                    <a:pt x="524" y="2679"/>
                  </a:cubicBezTo>
                  <a:cubicBezTo>
                    <a:pt x="491" y="2590"/>
                    <a:pt x="468" y="2489"/>
                    <a:pt x="468" y="2378"/>
                  </a:cubicBezTo>
                  <a:cubicBezTo>
                    <a:pt x="498" y="1280"/>
                    <a:pt x="1557" y="683"/>
                    <a:pt x="2570" y="683"/>
                  </a:cubicBezTo>
                  <a:close/>
                  <a:moveTo>
                    <a:pt x="3024" y="0"/>
                  </a:moveTo>
                  <a:cubicBezTo>
                    <a:pt x="3000" y="0"/>
                    <a:pt x="2976" y="2"/>
                    <a:pt x="2952" y="5"/>
                  </a:cubicBezTo>
                  <a:cubicBezTo>
                    <a:pt x="2317" y="106"/>
                    <a:pt x="1727" y="239"/>
                    <a:pt x="1137" y="529"/>
                  </a:cubicBezTo>
                  <a:cubicBezTo>
                    <a:pt x="324" y="930"/>
                    <a:pt x="234" y="1342"/>
                    <a:pt x="101" y="2189"/>
                  </a:cubicBezTo>
                  <a:cubicBezTo>
                    <a:pt x="1" y="2846"/>
                    <a:pt x="669" y="4116"/>
                    <a:pt x="1259" y="4494"/>
                  </a:cubicBezTo>
                  <a:cubicBezTo>
                    <a:pt x="1597" y="4712"/>
                    <a:pt x="1912" y="4806"/>
                    <a:pt x="2219" y="4806"/>
                  </a:cubicBezTo>
                  <a:cubicBezTo>
                    <a:pt x="2651" y="4806"/>
                    <a:pt x="3067" y="4620"/>
                    <a:pt x="3509" y="4327"/>
                  </a:cubicBezTo>
                  <a:cubicBezTo>
                    <a:pt x="3821" y="4127"/>
                    <a:pt x="4089" y="3882"/>
                    <a:pt x="4378" y="3659"/>
                  </a:cubicBezTo>
                  <a:cubicBezTo>
                    <a:pt x="4300" y="3481"/>
                    <a:pt x="4289" y="3280"/>
                    <a:pt x="4367" y="3035"/>
                  </a:cubicBezTo>
                  <a:cubicBezTo>
                    <a:pt x="4634" y="2278"/>
                    <a:pt x="4612" y="1565"/>
                    <a:pt x="4178" y="863"/>
                  </a:cubicBezTo>
                  <a:cubicBezTo>
                    <a:pt x="3977" y="546"/>
                    <a:pt x="3457" y="0"/>
                    <a:pt x="3024"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1" name="Google Shape;411;p37">
              <a:extLst>
                <a:ext uri="{FF2B5EF4-FFF2-40B4-BE49-F238E27FC236}">
                  <a16:creationId xmlns:a16="http://schemas.microsoft.com/office/drawing/2014/main" id="{FE88230D-2477-873B-57F5-B85951EB4345}"/>
                </a:ext>
              </a:extLst>
            </p:cNvPr>
            <p:cNvSpPr/>
            <p:nvPr/>
          </p:nvSpPr>
          <p:spPr>
            <a:xfrm>
              <a:off x="3094748" y="1374123"/>
              <a:ext cx="190526" cy="175970"/>
            </a:xfrm>
            <a:custGeom>
              <a:avLst/>
              <a:gdLst/>
              <a:ahLst/>
              <a:cxnLst/>
              <a:rect l="l" t="t" r="r" b="b"/>
              <a:pathLst>
                <a:path w="2775" h="2563" extrusionOk="0">
                  <a:moveTo>
                    <a:pt x="1939" y="101"/>
                  </a:moveTo>
                  <a:cubicBezTo>
                    <a:pt x="1739" y="34"/>
                    <a:pt x="1527" y="0"/>
                    <a:pt x="1248" y="45"/>
                  </a:cubicBezTo>
                  <a:cubicBezTo>
                    <a:pt x="847" y="123"/>
                    <a:pt x="123" y="201"/>
                    <a:pt x="68" y="713"/>
                  </a:cubicBezTo>
                  <a:cubicBezTo>
                    <a:pt x="1" y="1304"/>
                    <a:pt x="34" y="1593"/>
                    <a:pt x="391" y="2083"/>
                  </a:cubicBezTo>
                  <a:cubicBezTo>
                    <a:pt x="446" y="2161"/>
                    <a:pt x="491" y="2239"/>
                    <a:pt x="524" y="2317"/>
                  </a:cubicBezTo>
                  <a:cubicBezTo>
                    <a:pt x="680" y="2362"/>
                    <a:pt x="803" y="2440"/>
                    <a:pt x="903" y="2551"/>
                  </a:cubicBezTo>
                  <a:lnTo>
                    <a:pt x="1081" y="2518"/>
                  </a:lnTo>
                  <a:cubicBezTo>
                    <a:pt x="1248" y="2562"/>
                    <a:pt x="1404" y="2562"/>
                    <a:pt x="1571" y="2551"/>
                  </a:cubicBezTo>
                  <a:cubicBezTo>
                    <a:pt x="1950" y="2406"/>
                    <a:pt x="2284" y="2050"/>
                    <a:pt x="2485" y="1693"/>
                  </a:cubicBezTo>
                  <a:cubicBezTo>
                    <a:pt x="2775" y="1148"/>
                    <a:pt x="2362" y="535"/>
                    <a:pt x="1939" y="10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2" name="Google Shape;412;p37">
              <a:extLst>
                <a:ext uri="{FF2B5EF4-FFF2-40B4-BE49-F238E27FC236}">
                  <a16:creationId xmlns:a16="http://schemas.microsoft.com/office/drawing/2014/main" id="{845718A3-640B-AB24-E4D8-E31C112DEFA7}"/>
                </a:ext>
              </a:extLst>
            </p:cNvPr>
            <p:cNvSpPr/>
            <p:nvPr/>
          </p:nvSpPr>
          <p:spPr>
            <a:xfrm>
              <a:off x="2935666" y="1163202"/>
              <a:ext cx="573706" cy="267560"/>
            </a:xfrm>
            <a:custGeom>
              <a:avLst/>
              <a:gdLst/>
              <a:ahLst/>
              <a:cxnLst/>
              <a:rect l="l" t="t" r="r" b="b"/>
              <a:pathLst>
                <a:path w="8356" h="3897" extrusionOk="0">
                  <a:moveTo>
                    <a:pt x="4391" y="1"/>
                  </a:moveTo>
                  <a:cubicBezTo>
                    <a:pt x="1420" y="1"/>
                    <a:pt x="337" y="2123"/>
                    <a:pt x="34" y="3562"/>
                  </a:cubicBezTo>
                  <a:cubicBezTo>
                    <a:pt x="23" y="3663"/>
                    <a:pt x="1" y="3774"/>
                    <a:pt x="1" y="3897"/>
                  </a:cubicBezTo>
                  <a:cubicBezTo>
                    <a:pt x="914" y="1947"/>
                    <a:pt x="1538" y="1569"/>
                    <a:pt x="2663" y="978"/>
                  </a:cubicBezTo>
                  <a:cubicBezTo>
                    <a:pt x="3277" y="660"/>
                    <a:pt x="3985" y="543"/>
                    <a:pt x="4678" y="543"/>
                  </a:cubicBezTo>
                  <a:cubicBezTo>
                    <a:pt x="5029" y="543"/>
                    <a:pt x="5375" y="573"/>
                    <a:pt x="5704" y="622"/>
                  </a:cubicBezTo>
                  <a:cubicBezTo>
                    <a:pt x="6217" y="689"/>
                    <a:pt x="6729" y="889"/>
                    <a:pt x="7186" y="1134"/>
                  </a:cubicBezTo>
                  <a:cubicBezTo>
                    <a:pt x="7787" y="1446"/>
                    <a:pt x="8355" y="1513"/>
                    <a:pt x="8355" y="1513"/>
                  </a:cubicBezTo>
                  <a:cubicBezTo>
                    <a:pt x="7832" y="911"/>
                    <a:pt x="6807" y="198"/>
                    <a:pt x="5025" y="31"/>
                  </a:cubicBezTo>
                  <a:cubicBezTo>
                    <a:pt x="4804" y="11"/>
                    <a:pt x="4593" y="1"/>
                    <a:pt x="4391"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413;p37">
              <a:extLst>
                <a:ext uri="{FF2B5EF4-FFF2-40B4-BE49-F238E27FC236}">
                  <a16:creationId xmlns:a16="http://schemas.microsoft.com/office/drawing/2014/main" id="{FAE2F3E9-83C8-FE25-8AD6-51F891BF7C0E}"/>
                </a:ext>
              </a:extLst>
            </p:cNvPr>
            <p:cNvSpPr/>
            <p:nvPr/>
          </p:nvSpPr>
          <p:spPr>
            <a:xfrm>
              <a:off x="3367048" y="1359636"/>
              <a:ext cx="156815" cy="109509"/>
            </a:xfrm>
            <a:custGeom>
              <a:avLst/>
              <a:gdLst/>
              <a:ahLst/>
              <a:cxnLst/>
              <a:rect l="l" t="t" r="r" b="b"/>
              <a:pathLst>
                <a:path w="2284" h="1595" extrusionOk="0">
                  <a:moveTo>
                    <a:pt x="1498" y="0"/>
                  </a:moveTo>
                  <a:cubicBezTo>
                    <a:pt x="1431" y="0"/>
                    <a:pt x="1369" y="9"/>
                    <a:pt x="1315" y="33"/>
                  </a:cubicBezTo>
                  <a:cubicBezTo>
                    <a:pt x="736" y="256"/>
                    <a:pt x="468" y="445"/>
                    <a:pt x="0" y="1214"/>
                  </a:cubicBezTo>
                  <a:cubicBezTo>
                    <a:pt x="257" y="1381"/>
                    <a:pt x="335" y="1470"/>
                    <a:pt x="635" y="1526"/>
                  </a:cubicBezTo>
                  <a:cubicBezTo>
                    <a:pt x="804" y="1556"/>
                    <a:pt x="1089" y="1594"/>
                    <a:pt x="1315" y="1594"/>
                  </a:cubicBezTo>
                  <a:cubicBezTo>
                    <a:pt x="1342" y="1594"/>
                    <a:pt x="1368" y="1594"/>
                    <a:pt x="1393" y="1593"/>
                  </a:cubicBezTo>
                  <a:cubicBezTo>
                    <a:pt x="1593" y="1593"/>
                    <a:pt x="1849" y="1503"/>
                    <a:pt x="1916" y="1258"/>
                  </a:cubicBezTo>
                  <a:cubicBezTo>
                    <a:pt x="2028" y="813"/>
                    <a:pt x="1916" y="768"/>
                    <a:pt x="1950" y="545"/>
                  </a:cubicBezTo>
                  <a:cubicBezTo>
                    <a:pt x="1983" y="278"/>
                    <a:pt x="2206" y="367"/>
                    <a:pt x="2284" y="100"/>
                  </a:cubicBezTo>
                  <a:lnTo>
                    <a:pt x="2284" y="100"/>
                  </a:lnTo>
                  <a:cubicBezTo>
                    <a:pt x="2263" y="102"/>
                    <a:pt x="2241" y="104"/>
                    <a:pt x="2219" y="104"/>
                  </a:cubicBezTo>
                  <a:cubicBezTo>
                    <a:pt x="2005" y="104"/>
                    <a:pt x="1724" y="0"/>
                    <a:pt x="1498"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4" name="Google Shape;414;p37">
              <a:extLst>
                <a:ext uri="{FF2B5EF4-FFF2-40B4-BE49-F238E27FC236}">
                  <a16:creationId xmlns:a16="http://schemas.microsoft.com/office/drawing/2014/main" id="{2B0A5D38-768B-BCE0-73F5-63FCE4AEE656}"/>
                </a:ext>
              </a:extLst>
            </p:cNvPr>
            <p:cNvSpPr/>
            <p:nvPr/>
          </p:nvSpPr>
          <p:spPr>
            <a:xfrm>
              <a:off x="3390529" y="1403921"/>
              <a:ext cx="120357" cy="50738"/>
            </a:xfrm>
            <a:custGeom>
              <a:avLst/>
              <a:gdLst/>
              <a:ahLst/>
              <a:cxnLst/>
              <a:rect l="l" t="t" r="r" b="b"/>
              <a:pathLst>
                <a:path w="1753" h="739" extrusionOk="0">
                  <a:moveTo>
                    <a:pt x="1151" y="1"/>
                  </a:moveTo>
                  <a:cubicBezTo>
                    <a:pt x="550" y="1"/>
                    <a:pt x="82" y="558"/>
                    <a:pt x="82" y="558"/>
                  </a:cubicBezTo>
                  <a:cubicBezTo>
                    <a:pt x="0" y="639"/>
                    <a:pt x="883" y="739"/>
                    <a:pt x="1123" y="739"/>
                  </a:cubicBezTo>
                  <a:cubicBezTo>
                    <a:pt x="1146" y="739"/>
                    <a:pt x="1164" y="738"/>
                    <a:pt x="1173" y="736"/>
                  </a:cubicBezTo>
                  <a:cubicBezTo>
                    <a:pt x="1285" y="714"/>
                    <a:pt x="1430" y="580"/>
                    <a:pt x="1485" y="457"/>
                  </a:cubicBezTo>
                  <a:cubicBezTo>
                    <a:pt x="1552" y="335"/>
                    <a:pt x="1753" y="12"/>
                    <a:pt x="1151"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5" name="Google Shape;415;p37">
              <a:extLst>
                <a:ext uri="{FF2B5EF4-FFF2-40B4-BE49-F238E27FC236}">
                  <a16:creationId xmlns:a16="http://schemas.microsoft.com/office/drawing/2014/main" id="{48E0BF00-3507-FD6A-5202-659A8FFBEEC8}"/>
                </a:ext>
              </a:extLst>
            </p:cNvPr>
            <p:cNvSpPr/>
            <p:nvPr/>
          </p:nvSpPr>
          <p:spPr>
            <a:xfrm>
              <a:off x="3438178" y="1402410"/>
              <a:ext cx="58153" cy="58153"/>
            </a:xfrm>
            <a:custGeom>
              <a:avLst/>
              <a:gdLst/>
              <a:ahLst/>
              <a:cxnLst/>
              <a:rect l="l" t="t" r="r" b="b"/>
              <a:pathLst>
                <a:path w="847" h="847" extrusionOk="0">
                  <a:moveTo>
                    <a:pt x="847" y="424"/>
                  </a:moveTo>
                  <a:cubicBezTo>
                    <a:pt x="847" y="658"/>
                    <a:pt x="658" y="847"/>
                    <a:pt x="424" y="847"/>
                  </a:cubicBezTo>
                  <a:cubicBezTo>
                    <a:pt x="190" y="847"/>
                    <a:pt x="0" y="658"/>
                    <a:pt x="0" y="424"/>
                  </a:cubicBezTo>
                  <a:cubicBezTo>
                    <a:pt x="0" y="190"/>
                    <a:pt x="190" y="0"/>
                    <a:pt x="424" y="0"/>
                  </a:cubicBezTo>
                  <a:cubicBezTo>
                    <a:pt x="658" y="0"/>
                    <a:pt x="847" y="190"/>
                    <a:pt x="847" y="42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6" name="Google Shape;416;p37">
              <a:extLst>
                <a:ext uri="{FF2B5EF4-FFF2-40B4-BE49-F238E27FC236}">
                  <a16:creationId xmlns:a16="http://schemas.microsoft.com/office/drawing/2014/main" id="{640C213A-0DB8-737F-65A3-7BAFC6468F44}"/>
                </a:ext>
              </a:extLst>
            </p:cNvPr>
            <p:cNvSpPr/>
            <p:nvPr/>
          </p:nvSpPr>
          <p:spPr>
            <a:xfrm>
              <a:off x="3380780" y="1393347"/>
              <a:ext cx="125507" cy="52729"/>
            </a:xfrm>
            <a:custGeom>
              <a:avLst/>
              <a:gdLst/>
              <a:ahLst/>
              <a:cxnLst/>
              <a:rect l="l" t="t" r="r" b="b"/>
              <a:pathLst>
                <a:path w="1828" h="768" extrusionOk="0">
                  <a:moveTo>
                    <a:pt x="1300" y="1"/>
                  </a:moveTo>
                  <a:cubicBezTo>
                    <a:pt x="1231" y="1"/>
                    <a:pt x="1158" y="7"/>
                    <a:pt x="1081" y="21"/>
                  </a:cubicBezTo>
                  <a:cubicBezTo>
                    <a:pt x="469" y="132"/>
                    <a:pt x="146" y="522"/>
                    <a:pt x="101" y="589"/>
                  </a:cubicBezTo>
                  <a:cubicBezTo>
                    <a:pt x="1" y="723"/>
                    <a:pt x="302" y="767"/>
                    <a:pt x="302" y="767"/>
                  </a:cubicBezTo>
                  <a:cubicBezTo>
                    <a:pt x="491" y="578"/>
                    <a:pt x="825" y="344"/>
                    <a:pt x="1182" y="311"/>
                  </a:cubicBezTo>
                  <a:cubicBezTo>
                    <a:pt x="1195" y="310"/>
                    <a:pt x="1209" y="309"/>
                    <a:pt x="1222" y="309"/>
                  </a:cubicBezTo>
                  <a:cubicBezTo>
                    <a:pt x="1546" y="309"/>
                    <a:pt x="1649" y="567"/>
                    <a:pt x="1649" y="567"/>
                  </a:cubicBezTo>
                  <a:cubicBezTo>
                    <a:pt x="1649" y="567"/>
                    <a:pt x="1817" y="288"/>
                    <a:pt x="1828" y="199"/>
                  </a:cubicBezTo>
                  <a:cubicBezTo>
                    <a:pt x="1828" y="126"/>
                    <a:pt x="1611" y="1"/>
                    <a:pt x="1300"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7" name="Google Shape;417;p37">
              <a:extLst>
                <a:ext uri="{FF2B5EF4-FFF2-40B4-BE49-F238E27FC236}">
                  <a16:creationId xmlns:a16="http://schemas.microsoft.com/office/drawing/2014/main" id="{55FE1BF5-41C3-F255-6D04-3510FF95922B}"/>
                </a:ext>
              </a:extLst>
            </p:cNvPr>
            <p:cNvSpPr/>
            <p:nvPr/>
          </p:nvSpPr>
          <p:spPr>
            <a:xfrm>
              <a:off x="3330316" y="1252528"/>
              <a:ext cx="180570" cy="81909"/>
            </a:xfrm>
            <a:custGeom>
              <a:avLst/>
              <a:gdLst/>
              <a:ahLst/>
              <a:cxnLst/>
              <a:rect l="l" t="t" r="r" b="b"/>
              <a:pathLst>
                <a:path w="2630" h="1193" extrusionOk="0">
                  <a:moveTo>
                    <a:pt x="123" y="1081"/>
                  </a:moveTo>
                  <a:cubicBezTo>
                    <a:pt x="123" y="1081"/>
                    <a:pt x="1282" y="0"/>
                    <a:pt x="2451" y="78"/>
                  </a:cubicBezTo>
                  <a:lnTo>
                    <a:pt x="2630" y="234"/>
                  </a:lnTo>
                  <a:cubicBezTo>
                    <a:pt x="2630" y="234"/>
                    <a:pt x="825" y="646"/>
                    <a:pt x="201" y="1181"/>
                  </a:cubicBezTo>
                  <a:cubicBezTo>
                    <a:pt x="201" y="1181"/>
                    <a:pt x="1" y="1192"/>
                    <a:pt x="123" y="108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8" name="Google Shape;418;p37">
              <a:extLst>
                <a:ext uri="{FF2B5EF4-FFF2-40B4-BE49-F238E27FC236}">
                  <a16:creationId xmlns:a16="http://schemas.microsoft.com/office/drawing/2014/main" id="{F48FA7AB-587A-AA29-5DBA-37633CDBE2DD}"/>
                </a:ext>
              </a:extLst>
            </p:cNvPr>
            <p:cNvSpPr/>
            <p:nvPr/>
          </p:nvSpPr>
          <p:spPr>
            <a:xfrm>
              <a:off x="3188055" y="1176797"/>
              <a:ext cx="162239" cy="97975"/>
            </a:xfrm>
            <a:custGeom>
              <a:avLst/>
              <a:gdLst/>
              <a:ahLst/>
              <a:cxnLst/>
              <a:rect l="l" t="t" r="r" b="b"/>
              <a:pathLst>
                <a:path w="2363" h="1427" extrusionOk="0">
                  <a:moveTo>
                    <a:pt x="235" y="1426"/>
                  </a:moveTo>
                  <a:lnTo>
                    <a:pt x="1" y="1293"/>
                  </a:lnTo>
                  <a:cubicBezTo>
                    <a:pt x="235" y="880"/>
                    <a:pt x="758" y="880"/>
                    <a:pt x="1137" y="869"/>
                  </a:cubicBezTo>
                  <a:cubicBezTo>
                    <a:pt x="1282" y="869"/>
                    <a:pt x="1438" y="869"/>
                    <a:pt x="1493" y="847"/>
                  </a:cubicBezTo>
                  <a:cubicBezTo>
                    <a:pt x="1649" y="780"/>
                    <a:pt x="1950" y="312"/>
                    <a:pt x="2117" y="0"/>
                  </a:cubicBezTo>
                  <a:lnTo>
                    <a:pt x="2362" y="123"/>
                  </a:lnTo>
                  <a:cubicBezTo>
                    <a:pt x="2284" y="268"/>
                    <a:pt x="1906" y="970"/>
                    <a:pt x="1605" y="1092"/>
                  </a:cubicBezTo>
                  <a:cubicBezTo>
                    <a:pt x="1493" y="1148"/>
                    <a:pt x="1338" y="1148"/>
                    <a:pt x="1148" y="1148"/>
                  </a:cubicBezTo>
                  <a:cubicBezTo>
                    <a:pt x="814" y="1148"/>
                    <a:pt x="391" y="1159"/>
                    <a:pt x="235" y="142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9" name="Google Shape;419;p37">
              <a:extLst>
                <a:ext uri="{FF2B5EF4-FFF2-40B4-BE49-F238E27FC236}">
                  <a16:creationId xmlns:a16="http://schemas.microsoft.com/office/drawing/2014/main" id="{7AE2BC93-0507-27F5-D943-681F7816B331}"/>
                </a:ext>
              </a:extLst>
            </p:cNvPr>
            <p:cNvSpPr/>
            <p:nvPr/>
          </p:nvSpPr>
          <p:spPr>
            <a:xfrm>
              <a:off x="3003775" y="1256304"/>
              <a:ext cx="99485" cy="56711"/>
            </a:xfrm>
            <a:custGeom>
              <a:avLst/>
              <a:gdLst/>
              <a:ahLst/>
              <a:cxnLst/>
              <a:rect l="l" t="t" r="r" b="b"/>
              <a:pathLst>
                <a:path w="1449" h="826" extrusionOk="0">
                  <a:moveTo>
                    <a:pt x="1203" y="825"/>
                  </a:moveTo>
                  <a:cubicBezTo>
                    <a:pt x="1114" y="636"/>
                    <a:pt x="847" y="614"/>
                    <a:pt x="468" y="636"/>
                  </a:cubicBezTo>
                  <a:cubicBezTo>
                    <a:pt x="301" y="647"/>
                    <a:pt x="212" y="580"/>
                    <a:pt x="156" y="524"/>
                  </a:cubicBezTo>
                  <a:cubicBezTo>
                    <a:pt x="0" y="346"/>
                    <a:pt x="34" y="34"/>
                    <a:pt x="34" y="1"/>
                  </a:cubicBezTo>
                  <a:lnTo>
                    <a:pt x="312" y="34"/>
                  </a:lnTo>
                  <a:cubicBezTo>
                    <a:pt x="301" y="112"/>
                    <a:pt x="301" y="268"/>
                    <a:pt x="357" y="335"/>
                  </a:cubicBezTo>
                  <a:cubicBezTo>
                    <a:pt x="368" y="346"/>
                    <a:pt x="390" y="357"/>
                    <a:pt x="446" y="357"/>
                  </a:cubicBezTo>
                  <a:cubicBezTo>
                    <a:pt x="736" y="346"/>
                    <a:pt x="1259" y="302"/>
                    <a:pt x="1448" y="71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0" name="Google Shape;420;p37">
              <a:extLst>
                <a:ext uri="{FF2B5EF4-FFF2-40B4-BE49-F238E27FC236}">
                  <a16:creationId xmlns:a16="http://schemas.microsoft.com/office/drawing/2014/main" id="{E594E65D-9011-C771-4ACA-B34C7BAB1BDE}"/>
                </a:ext>
              </a:extLst>
            </p:cNvPr>
            <p:cNvSpPr/>
            <p:nvPr/>
          </p:nvSpPr>
          <p:spPr>
            <a:xfrm>
              <a:off x="2938755" y="1461320"/>
              <a:ext cx="68109" cy="40577"/>
            </a:xfrm>
            <a:custGeom>
              <a:avLst/>
              <a:gdLst/>
              <a:ahLst/>
              <a:cxnLst/>
              <a:rect l="l" t="t" r="r" b="b"/>
              <a:pathLst>
                <a:path w="992" h="591" extrusionOk="0">
                  <a:moveTo>
                    <a:pt x="1" y="301"/>
                  </a:moveTo>
                  <a:cubicBezTo>
                    <a:pt x="12" y="390"/>
                    <a:pt x="34" y="490"/>
                    <a:pt x="56" y="590"/>
                  </a:cubicBezTo>
                  <a:cubicBezTo>
                    <a:pt x="301" y="457"/>
                    <a:pt x="691" y="301"/>
                    <a:pt x="858" y="357"/>
                  </a:cubicBezTo>
                  <a:lnTo>
                    <a:pt x="992" y="100"/>
                  </a:lnTo>
                  <a:cubicBezTo>
                    <a:pt x="680" y="0"/>
                    <a:pt x="257" y="167"/>
                    <a:pt x="1" y="30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1" name="Google Shape;421;p37">
              <a:extLst>
                <a:ext uri="{FF2B5EF4-FFF2-40B4-BE49-F238E27FC236}">
                  <a16:creationId xmlns:a16="http://schemas.microsoft.com/office/drawing/2014/main" id="{50A52A2F-ED35-4566-1402-C6AE29CDE236}"/>
                </a:ext>
              </a:extLst>
            </p:cNvPr>
            <p:cNvSpPr/>
            <p:nvPr/>
          </p:nvSpPr>
          <p:spPr>
            <a:xfrm>
              <a:off x="3366293" y="1332790"/>
              <a:ext cx="177481" cy="110196"/>
            </a:xfrm>
            <a:custGeom>
              <a:avLst/>
              <a:gdLst/>
              <a:ahLst/>
              <a:cxnLst/>
              <a:rect l="l" t="t" r="r" b="b"/>
              <a:pathLst>
                <a:path w="2585" h="1605" extrusionOk="0">
                  <a:moveTo>
                    <a:pt x="2303" y="1"/>
                  </a:moveTo>
                  <a:cubicBezTo>
                    <a:pt x="1986" y="1"/>
                    <a:pt x="1106" y="222"/>
                    <a:pt x="691" y="469"/>
                  </a:cubicBezTo>
                  <a:cubicBezTo>
                    <a:pt x="223" y="736"/>
                    <a:pt x="0" y="1605"/>
                    <a:pt x="0" y="1605"/>
                  </a:cubicBezTo>
                  <a:cubicBezTo>
                    <a:pt x="112" y="1605"/>
                    <a:pt x="424" y="1137"/>
                    <a:pt x="836" y="836"/>
                  </a:cubicBezTo>
                  <a:cubicBezTo>
                    <a:pt x="1098" y="652"/>
                    <a:pt x="1434" y="598"/>
                    <a:pt x="1711" y="598"/>
                  </a:cubicBezTo>
                  <a:cubicBezTo>
                    <a:pt x="1869" y="598"/>
                    <a:pt x="2009" y="616"/>
                    <a:pt x="2106" y="636"/>
                  </a:cubicBezTo>
                  <a:cubicBezTo>
                    <a:pt x="2121" y="639"/>
                    <a:pt x="2136" y="641"/>
                    <a:pt x="2150" y="641"/>
                  </a:cubicBezTo>
                  <a:cubicBezTo>
                    <a:pt x="2394" y="641"/>
                    <a:pt x="2562" y="146"/>
                    <a:pt x="2562" y="146"/>
                  </a:cubicBezTo>
                  <a:cubicBezTo>
                    <a:pt x="2562" y="146"/>
                    <a:pt x="2585" y="90"/>
                    <a:pt x="2395" y="12"/>
                  </a:cubicBezTo>
                  <a:cubicBezTo>
                    <a:pt x="2375" y="4"/>
                    <a:pt x="2344" y="1"/>
                    <a:pt x="2303" y="1"/>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2" name="Google Shape;422;p37">
              <a:extLst>
                <a:ext uri="{FF2B5EF4-FFF2-40B4-BE49-F238E27FC236}">
                  <a16:creationId xmlns:a16="http://schemas.microsoft.com/office/drawing/2014/main" id="{3AECE4F5-E2A7-86D9-34D4-66BFF8726E0B}"/>
                </a:ext>
              </a:extLst>
            </p:cNvPr>
            <p:cNvSpPr/>
            <p:nvPr/>
          </p:nvSpPr>
          <p:spPr>
            <a:xfrm>
              <a:off x="3271475" y="1461320"/>
              <a:ext cx="159080" cy="197460"/>
            </a:xfrm>
            <a:custGeom>
              <a:avLst/>
              <a:gdLst/>
              <a:ahLst/>
              <a:cxnLst/>
              <a:rect l="l" t="t" r="r" b="b"/>
              <a:pathLst>
                <a:path w="2317" h="2876" extrusionOk="0">
                  <a:moveTo>
                    <a:pt x="902" y="0"/>
                  </a:moveTo>
                  <a:cubicBezTo>
                    <a:pt x="902" y="0"/>
                    <a:pt x="646" y="713"/>
                    <a:pt x="501" y="1025"/>
                  </a:cubicBezTo>
                  <a:cubicBezTo>
                    <a:pt x="379" y="1281"/>
                    <a:pt x="0" y="1805"/>
                    <a:pt x="0" y="1805"/>
                  </a:cubicBezTo>
                  <a:cubicBezTo>
                    <a:pt x="0" y="1805"/>
                    <a:pt x="17" y="1804"/>
                    <a:pt x="46" y="1804"/>
                  </a:cubicBezTo>
                  <a:cubicBezTo>
                    <a:pt x="214" y="1804"/>
                    <a:pt x="797" y="1820"/>
                    <a:pt x="1025" y="2039"/>
                  </a:cubicBezTo>
                  <a:cubicBezTo>
                    <a:pt x="1274" y="2288"/>
                    <a:pt x="1756" y="2875"/>
                    <a:pt x="1843" y="2875"/>
                  </a:cubicBezTo>
                  <a:cubicBezTo>
                    <a:pt x="1845" y="2875"/>
                    <a:pt x="1847" y="2875"/>
                    <a:pt x="1849" y="2874"/>
                  </a:cubicBezTo>
                  <a:cubicBezTo>
                    <a:pt x="1927" y="2841"/>
                    <a:pt x="1838" y="2239"/>
                    <a:pt x="1860" y="2039"/>
                  </a:cubicBezTo>
                  <a:cubicBezTo>
                    <a:pt x="1894" y="1805"/>
                    <a:pt x="2194" y="1671"/>
                    <a:pt x="2284" y="1448"/>
                  </a:cubicBezTo>
                  <a:cubicBezTo>
                    <a:pt x="2295" y="1426"/>
                    <a:pt x="2317" y="1348"/>
                    <a:pt x="2272" y="1326"/>
                  </a:cubicBezTo>
                  <a:cubicBezTo>
                    <a:pt x="2268" y="1322"/>
                    <a:pt x="2262" y="1321"/>
                    <a:pt x="2256" y="1321"/>
                  </a:cubicBezTo>
                  <a:cubicBezTo>
                    <a:pt x="2217" y="1321"/>
                    <a:pt x="2155" y="1370"/>
                    <a:pt x="2116" y="1370"/>
                  </a:cubicBezTo>
                  <a:cubicBezTo>
                    <a:pt x="1927" y="1370"/>
                    <a:pt x="1693" y="1281"/>
                    <a:pt x="1537" y="1192"/>
                  </a:cubicBezTo>
                  <a:cubicBezTo>
                    <a:pt x="1359" y="1092"/>
                    <a:pt x="1147" y="925"/>
                    <a:pt x="1092" y="724"/>
                  </a:cubicBezTo>
                  <a:cubicBezTo>
                    <a:pt x="1014" y="490"/>
                    <a:pt x="958" y="234"/>
                    <a:pt x="902"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3" name="Google Shape;423;p37">
              <a:extLst>
                <a:ext uri="{FF2B5EF4-FFF2-40B4-BE49-F238E27FC236}">
                  <a16:creationId xmlns:a16="http://schemas.microsoft.com/office/drawing/2014/main" id="{A5A0FFC4-94DC-6BC1-10AC-474F718009FB}"/>
                </a:ext>
              </a:extLst>
            </p:cNvPr>
            <p:cNvSpPr/>
            <p:nvPr/>
          </p:nvSpPr>
          <p:spPr>
            <a:xfrm>
              <a:off x="3478138" y="1491804"/>
              <a:ext cx="48061" cy="46069"/>
            </a:xfrm>
            <a:custGeom>
              <a:avLst/>
              <a:gdLst/>
              <a:ahLst/>
              <a:cxnLst/>
              <a:rect l="l" t="t" r="r" b="b"/>
              <a:pathLst>
                <a:path w="700" h="671" extrusionOk="0">
                  <a:moveTo>
                    <a:pt x="603" y="0"/>
                  </a:moveTo>
                  <a:cubicBezTo>
                    <a:pt x="510" y="0"/>
                    <a:pt x="276" y="22"/>
                    <a:pt x="142" y="236"/>
                  </a:cubicBezTo>
                  <a:cubicBezTo>
                    <a:pt x="1" y="453"/>
                    <a:pt x="211" y="670"/>
                    <a:pt x="408" y="670"/>
                  </a:cubicBezTo>
                  <a:cubicBezTo>
                    <a:pt x="443" y="670"/>
                    <a:pt x="478" y="663"/>
                    <a:pt x="510" y="648"/>
                  </a:cubicBezTo>
                  <a:cubicBezTo>
                    <a:pt x="688" y="559"/>
                    <a:pt x="432" y="503"/>
                    <a:pt x="399" y="436"/>
                  </a:cubicBezTo>
                  <a:cubicBezTo>
                    <a:pt x="387" y="403"/>
                    <a:pt x="387" y="369"/>
                    <a:pt x="399" y="336"/>
                  </a:cubicBezTo>
                  <a:cubicBezTo>
                    <a:pt x="421" y="258"/>
                    <a:pt x="465" y="202"/>
                    <a:pt x="532" y="169"/>
                  </a:cubicBezTo>
                  <a:cubicBezTo>
                    <a:pt x="566" y="158"/>
                    <a:pt x="599" y="146"/>
                    <a:pt x="621" y="135"/>
                  </a:cubicBezTo>
                  <a:cubicBezTo>
                    <a:pt x="655" y="124"/>
                    <a:pt x="699" y="91"/>
                    <a:pt x="699" y="57"/>
                  </a:cubicBezTo>
                  <a:cubicBezTo>
                    <a:pt x="699" y="24"/>
                    <a:pt x="666" y="2"/>
                    <a:pt x="644" y="2"/>
                  </a:cubicBezTo>
                  <a:cubicBezTo>
                    <a:pt x="641" y="2"/>
                    <a:pt x="627" y="0"/>
                    <a:pt x="603"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4" name="Google Shape;424;p37">
              <a:extLst>
                <a:ext uri="{FF2B5EF4-FFF2-40B4-BE49-F238E27FC236}">
                  <a16:creationId xmlns:a16="http://schemas.microsoft.com/office/drawing/2014/main" id="{9D3DD250-9C70-8931-4921-EB33D22D989B}"/>
                </a:ext>
              </a:extLst>
            </p:cNvPr>
            <p:cNvSpPr/>
            <p:nvPr/>
          </p:nvSpPr>
          <p:spPr>
            <a:xfrm>
              <a:off x="3519333" y="1519062"/>
              <a:ext cx="50464" cy="17576"/>
            </a:xfrm>
            <a:custGeom>
              <a:avLst/>
              <a:gdLst/>
              <a:ahLst/>
              <a:cxnLst/>
              <a:rect l="l" t="t" r="r" b="b"/>
              <a:pathLst>
                <a:path w="735" h="256" extrusionOk="0">
                  <a:moveTo>
                    <a:pt x="401" y="1"/>
                  </a:moveTo>
                  <a:cubicBezTo>
                    <a:pt x="235" y="1"/>
                    <a:pt x="1" y="55"/>
                    <a:pt x="10" y="151"/>
                  </a:cubicBezTo>
                  <a:cubicBezTo>
                    <a:pt x="18" y="218"/>
                    <a:pt x="111" y="255"/>
                    <a:pt x="195" y="255"/>
                  </a:cubicBezTo>
                  <a:cubicBezTo>
                    <a:pt x="236" y="255"/>
                    <a:pt x="274" y="247"/>
                    <a:pt x="300" y="228"/>
                  </a:cubicBezTo>
                  <a:cubicBezTo>
                    <a:pt x="369" y="194"/>
                    <a:pt x="446" y="166"/>
                    <a:pt x="513" y="166"/>
                  </a:cubicBezTo>
                  <a:cubicBezTo>
                    <a:pt x="532" y="166"/>
                    <a:pt x="550" y="168"/>
                    <a:pt x="567" y="173"/>
                  </a:cubicBezTo>
                  <a:cubicBezTo>
                    <a:pt x="592" y="179"/>
                    <a:pt x="618" y="183"/>
                    <a:pt x="641" y="183"/>
                  </a:cubicBezTo>
                  <a:cubicBezTo>
                    <a:pt x="699" y="183"/>
                    <a:pt x="735" y="159"/>
                    <a:pt x="679" y="95"/>
                  </a:cubicBezTo>
                  <a:cubicBezTo>
                    <a:pt x="679" y="95"/>
                    <a:pt x="634" y="28"/>
                    <a:pt x="478" y="6"/>
                  </a:cubicBezTo>
                  <a:cubicBezTo>
                    <a:pt x="455" y="2"/>
                    <a:pt x="429" y="1"/>
                    <a:pt x="401"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5" name="Google Shape;425;p37">
              <a:extLst>
                <a:ext uri="{FF2B5EF4-FFF2-40B4-BE49-F238E27FC236}">
                  <a16:creationId xmlns:a16="http://schemas.microsoft.com/office/drawing/2014/main" id="{45132398-0C3D-8BEC-E042-BE70615ADB01}"/>
                </a:ext>
              </a:extLst>
            </p:cNvPr>
            <p:cNvSpPr/>
            <p:nvPr/>
          </p:nvSpPr>
          <p:spPr>
            <a:xfrm>
              <a:off x="3463376" y="1603032"/>
              <a:ext cx="93375" cy="49846"/>
            </a:xfrm>
            <a:custGeom>
              <a:avLst/>
              <a:gdLst/>
              <a:ahLst/>
              <a:cxnLst/>
              <a:rect l="l" t="t" r="r" b="b"/>
              <a:pathLst>
                <a:path w="1360" h="726" extrusionOk="0">
                  <a:moveTo>
                    <a:pt x="91" y="1"/>
                  </a:moveTo>
                  <a:cubicBezTo>
                    <a:pt x="66" y="1"/>
                    <a:pt x="43" y="6"/>
                    <a:pt x="23" y="19"/>
                  </a:cubicBezTo>
                  <a:cubicBezTo>
                    <a:pt x="1" y="53"/>
                    <a:pt x="1" y="108"/>
                    <a:pt x="23" y="142"/>
                  </a:cubicBezTo>
                  <a:cubicBezTo>
                    <a:pt x="45" y="175"/>
                    <a:pt x="90" y="197"/>
                    <a:pt x="112" y="220"/>
                  </a:cubicBezTo>
                  <a:cubicBezTo>
                    <a:pt x="224" y="309"/>
                    <a:pt x="313" y="431"/>
                    <a:pt x="413" y="520"/>
                  </a:cubicBezTo>
                  <a:cubicBezTo>
                    <a:pt x="524" y="609"/>
                    <a:pt x="669" y="665"/>
                    <a:pt x="814" y="699"/>
                  </a:cubicBezTo>
                  <a:cubicBezTo>
                    <a:pt x="879" y="715"/>
                    <a:pt x="945" y="725"/>
                    <a:pt x="1010" y="725"/>
                  </a:cubicBezTo>
                  <a:cubicBezTo>
                    <a:pt x="1034" y="725"/>
                    <a:pt x="1058" y="724"/>
                    <a:pt x="1081" y="721"/>
                  </a:cubicBezTo>
                  <a:cubicBezTo>
                    <a:pt x="1171" y="710"/>
                    <a:pt x="1260" y="665"/>
                    <a:pt x="1315" y="587"/>
                  </a:cubicBezTo>
                  <a:cubicBezTo>
                    <a:pt x="1338" y="554"/>
                    <a:pt x="1360" y="509"/>
                    <a:pt x="1349" y="465"/>
                  </a:cubicBezTo>
                  <a:cubicBezTo>
                    <a:pt x="1338" y="420"/>
                    <a:pt x="1304" y="376"/>
                    <a:pt x="1260" y="364"/>
                  </a:cubicBezTo>
                  <a:cubicBezTo>
                    <a:pt x="1215" y="342"/>
                    <a:pt x="1171" y="331"/>
                    <a:pt x="1126" y="331"/>
                  </a:cubicBezTo>
                  <a:cubicBezTo>
                    <a:pt x="870" y="298"/>
                    <a:pt x="614" y="275"/>
                    <a:pt x="391" y="175"/>
                  </a:cubicBezTo>
                  <a:cubicBezTo>
                    <a:pt x="335" y="153"/>
                    <a:pt x="291" y="119"/>
                    <a:pt x="246" y="86"/>
                  </a:cubicBezTo>
                  <a:cubicBezTo>
                    <a:pt x="213" y="64"/>
                    <a:pt x="179" y="30"/>
                    <a:pt x="146" y="8"/>
                  </a:cubicBezTo>
                  <a:cubicBezTo>
                    <a:pt x="127" y="3"/>
                    <a:pt x="109" y="1"/>
                    <a:pt x="91"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6" name="Google Shape;426;p37">
              <a:extLst>
                <a:ext uri="{FF2B5EF4-FFF2-40B4-BE49-F238E27FC236}">
                  <a16:creationId xmlns:a16="http://schemas.microsoft.com/office/drawing/2014/main" id="{B814A81E-E23A-40A0-BF04-9FB2BF0FFD46}"/>
                </a:ext>
              </a:extLst>
            </p:cNvPr>
            <p:cNvSpPr/>
            <p:nvPr/>
          </p:nvSpPr>
          <p:spPr>
            <a:xfrm>
              <a:off x="3473332" y="1582984"/>
              <a:ext cx="105596" cy="42019"/>
            </a:xfrm>
            <a:custGeom>
              <a:avLst/>
              <a:gdLst/>
              <a:ahLst/>
              <a:cxnLst/>
              <a:rect l="l" t="t" r="r" b="b"/>
              <a:pathLst>
                <a:path w="1538" h="612" extrusionOk="0">
                  <a:moveTo>
                    <a:pt x="1226" y="1"/>
                  </a:moveTo>
                  <a:cubicBezTo>
                    <a:pt x="1163" y="1"/>
                    <a:pt x="1101" y="14"/>
                    <a:pt x="1048" y="44"/>
                  </a:cubicBezTo>
                  <a:cubicBezTo>
                    <a:pt x="936" y="88"/>
                    <a:pt x="858" y="177"/>
                    <a:pt x="758" y="222"/>
                  </a:cubicBezTo>
                  <a:cubicBezTo>
                    <a:pt x="705" y="242"/>
                    <a:pt x="647" y="252"/>
                    <a:pt x="589" y="252"/>
                  </a:cubicBezTo>
                  <a:cubicBezTo>
                    <a:pt x="489" y="252"/>
                    <a:pt x="386" y="223"/>
                    <a:pt x="301" y="166"/>
                  </a:cubicBezTo>
                  <a:cubicBezTo>
                    <a:pt x="268" y="155"/>
                    <a:pt x="235" y="122"/>
                    <a:pt x="190" y="122"/>
                  </a:cubicBezTo>
                  <a:cubicBezTo>
                    <a:pt x="168" y="133"/>
                    <a:pt x="146" y="133"/>
                    <a:pt x="123" y="144"/>
                  </a:cubicBezTo>
                  <a:cubicBezTo>
                    <a:pt x="90" y="166"/>
                    <a:pt x="56" y="189"/>
                    <a:pt x="34" y="211"/>
                  </a:cubicBezTo>
                  <a:cubicBezTo>
                    <a:pt x="23" y="222"/>
                    <a:pt x="12" y="233"/>
                    <a:pt x="12" y="244"/>
                  </a:cubicBezTo>
                  <a:cubicBezTo>
                    <a:pt x="1" y="255"/>
                    <a:pt x="12" y="267"/>
                    <a:pt x="12" y="278"/>
                  </a:cubicBezTo>
                  <a:cubicBezTo>
                    <a:pt x="56" y="367"/>
                    <a:pt x="134" y="434"/>
                    <a:pt x="235" y="489"/>
                  </a:cubicBezTo>
                  <a:cubicBezTo>
                    <a:pt x="469" y="601"/>
                    <a:pt x="747" y="612"/>
                    <a:pt x="1026" y="612"/>
                  </a:cubicBezTo>
                  <a:cubicBezTo>
                    <a:pt x="1070" y="612"/>
                    <a:pt x="1115" y="612"/>
                    <a:pt x="1159" y="590"/>
                  </a:cubicBezTo>
                  <a:cubicBezTo>
                    <a:pt x="1215" y="578"/>
                    <a:pt x="1259" y="545"/>
                    <a:pt x="1304" y="512"/>
                  </a:cubicBezTo>
                  <a:cubicBezTo>
                    <a:pt x="1360" y="467"/>
                    <a:pt x="1415" y="411"/>
                    <a:pt x="1460" y="345"/>
                  </a:cubicBezTo>
                  <a:cubicBezTo>
                    <a:pt x="1504" y="289"/>
                    <a:pt x="1538" y="233"/>
                    <a:pt x="1527" y="166"/>
                  </a:cubicBezTo>
                  <a:cubicBezTo>
                    <a:pt x="1516" y="99"/>
                    <a:pt x="1449" y="55"/>
                    <a:pt x="1393" y="33"/>
                  </a:cubicBezTo>
                  <a:cubicBezTo>
                    <a:pt x="1341" y="12"/>
                    <a:pt x="1283" y="1"/>
                    <a:pt x="1226"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7" name="Google Shape;427;p37">
              <a:extLst>
                <a:ext uri="{FF2B5EF4-FFF2-40B4-BE49-F238E27FC236}">
                  <a16:creationId xmlns:a16="http://schemas.microsoft.com/office/drawing/2014/main" id="{448E4EDC-E532-65F2-A8B5-FAD31452F048}"/>
                </a:ext>
              </a:extLst>
            </p:cNvPr>
            <p:cNvSpPr/>
            <p:nvPr/>
          </p:nvSpPr>
          <p:spPr>
            <a:xfrm>
              <a:off x="3455755" y="1580306"/>
              <a:ext cx="45177" cy="36320"/>
            </a:xfrm>
            <a:custGeom>
              <a:avLst/>
              <a:gdLst/>
              <a:ahLst/>
              <a:cxnLst/>
              <a:rect l="l" t="t" r="r" b="b"/>
              <a:pathLst>
                <a:path w="658" h="529" extrusionOk="0">
                  <a:moveTo>
                    <a:pt x="541" y="0"/>
                  </a:moveTo>
                  <a:cubicBezTo>
                    <a:pt x="509" y="0"/>
                    <a:pt x="478" y="8"/>
                    <a:pt x="446" y="16"/>
                  </a:cubicBezTo>
                  <a:cubicBezTo>
                    <a:pt x="335" y="49"/>
                    <a:pt x="234" y="72"/>
                    <a:pt x="134" y="127"/>
                  </a:cubicBezTo>
                  <a:cubicBezTo>
                    <a:pt x="90" y="138"/>
                    <a:pt x="56" y="172"/>
                    <a:pt x="34" y="205"/>
                  </a:cubicBezTo>
                  <a:cubicBezTo>
                    <a:pt x="1" y="250"/>
                    <a:pt x="1" y="317"/>
                    <a:pt x="1" y="372"/>
                  </a:cubicBezTo>
                  <a:cubicBezTo>
                    <a:pt x="1" y="417"/>
                    <a:pt x="12" y="462"/>
                    <a:pt x="34" y="484"/>
                  </a:cubicBezTo>
                  <a:cubicBezTo>
                    <a:pt x="56" y="517"/>
                    <a:pt x="112" y="528"/>
                    <a:pt x="156" y="528"/>
                  </a:cubicBezTo>
                  <a:cubicBezTo>
                    <a:pt x="246" y="528"/>
                    <a:pt x="346" y="484"/>
                    <a:pt x="413" y="417"/>
                  </a:cubicBezTo>
                  <a:cubicBezTo>
                    <a:pt x="435" y="406"/>
                    <a:pt x="446" y="384"/>
                    <a:pt x="468" y="361"/>
                  </a:cubicBezTo>
                  <a:cubicBezTo>
                    <a:pt x="502" y="339"/>
                    <a:pt x="524" y="317"/>
                    <a:pt x="557" y="294"/>
                  </a:cubicBezTo>
                  <a:cubicBezTo>
                    <a:pt x="602" y="261"/>
                    <a:pt x="647" y="205"/>
                    <a:pt x="647" y="150"/>
                  </a:cubicBezTo>
                  <a:cubicBezTo>
                    <a:pt x="658" y="94"/>
                    <a:pt x="635" y="27"/>
                    <a:pt x="580" y="5"/>
                  </a:cubicBezTo>
                  <a:cubicBezTo>
                    <a:pt x="567" y="2"/>
                    <a:pt x="554" y="0"/>
                    <a:pt x="541"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78" name="Google Shape;428;p37">
              <a:extLst>
                <a:ext uri="{FF2B5EF4-FFF2-40B4-BE49-F238E27FC236}">
                  <a16:creationId xmlns:a16="http://schemas.microsoft.com/office/drawing/2014/main" id="{D8EBE2A0-2AC0-5AD2-90F0-FA76EA4996E5}"/>
                </a:ext>
              </a:extLst>
            </p:cNvPr>
            <p:cNvSpPr/>
            <p:nvPr/>
          </p:nvSpPr>
          <p:spPr>
            <a:xfrm>
              <a:off x="2984619" y="1243327"/>
              <a:ext cx="389359" cy="424512"/>
            </a:xfrm>
            <a:custGeom>
              <a:avLst/>
              <a:gdLst/>
              <a:ahLst/>
              <a:cxnLst/>
              <a:rect l="l" t="t" r="r" b="b"/>
              <a:pathLst>
                <a:path w="5671" h="6183" extrusionOk="0">
                  <a:moveTo>
                    <a:pt x="5548" y="2696"/>
                  </a:moveTo>
                  <a:cubicBezTo>
                    <a:pt x="5637" y="2473"/>
                    <a:pt x="5671" y="2217"/>
                    <a:pt x="5626" y="1972"/>
                  </a:cubicBezTo>
                  <a:cubicBezTo>
                    <a:pt x="5526" y="1460"/>
                    <a:pt x="5181" y="981"/>
                    <a:pt x="4735" y="713"/>
                  </a:cubicBezTo>
                  <a:cubicBezTo>
                    <a:pt x="3554" y="1"/>
                    <a:pt x="1805" y="223"/>
                    <a:pt x="825" y="1181"/>
                  </a:cubicBezTo>
                  <a:cubicBezTo>
                    <a:pt x="435" y="1560"/>
                    <a:pt x="179" y="2084"/>
                    <a:pt x="101" y="2607"/>
                  </a:cubicBezTo>
                  <a:cubicBezTo>
                    <a:pt x="1" y="3197"/>
                    <a:pt x="68" y="3821"/>
                    <a:pt x="290" y="4378"/>
                  </a:cubicBezTo>
                  <a:cubicBezTo>
                    <a:pt x="669" y="5325"/>
                    <a:pt x="1739" y="6183"/>
                    <a:pt x="2797" y="6038"/>
                  </a:cubicBezTo>
                  <a:cubicBezTo>
                    <a:pt x="3008" y="6004"/>
                    <a:pt x="3354" y="5848"/>
                    <a:pt x="3253" y="5581"/>
                  </a:cubicBezTo>
                  <a:cubicBezTo>
                    <a:pt x="3153" y="5336"/>
                    <a:pt x="2786" y="5180"/>
                    <a:pt x="2563" y="5102"/>
                  </a:cubicBezTo>
                  <a:cubicBezTo>
                    <a:pt x="1360" y="4690"/>
                    <a:pt x="458" y="3175"/>
                    <a:pt x="1304" y="2028"/>
                  </a:cubicBezTo>
                  <a:cubicBezTo>
                    <a:pt x="1739" y="1437"/>
                    <a:pt x="2485" y="1114"/>
                    <a:pt x="3209" y="1103"/>
                  </a:cubicBezTo>
                  <a:cubicBezTo>
                    <a:pt x="3755" y="1092"/>
                    <a:pt x="4501" y="1281"/>
                    <a:pt x="4791" y="1794"/>
                  </a:cubicBezTo>
                  <a:cubicBezTo>
                    <a:pt x="5080" y="2295"/>
                    <a:pt x="5169" y="2930"/>
                    <a:pt x="4947" y="3476"/>
                  </a:cubicBezTo>
                  <a:cubicBezTo>
                    <a:pt x="4991" y="3431"/>
                    <a:pt x="5013" y="3420"/>
                    <a:pt x="5058" y="3387"/>
                  </a:cubicBezTo>
                  <a:cubicBezTo>
                    <a:pt x="5125" y="3353"/>
                    <a:pt x="5181" y="3287"/>
                    <a:pt x="5225" y="3231"/>
                  </a:cubicBezTo>
                  <a:cubicBezTo>
                    <a:pt x="5325" y="3119"/>
                    <a:pt x="5414" y="2986"/>
                    <a:pt x="5481" y="2852"/>
                  </a:cubicBezTo>
                  <a:cubicBezTo>
                    <a:pt x="5515" y="2808"/>
                    <a:pt x="5537" y="2752"/>
                    <a:pt x="5548" y="2696"/>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dirty="0"/>
            </a:p>
          </p:txBody>
        </p:sp>
        <p:sp>
          <p:nvSpPr>
            <p:cNvPr id="1479" name="Google Shape;429;p37">
              <a:extLst>
                <a:ext uri="{FF2B5EF4-FFF2-40B4-BE49-F238E27FC236}">
                  <a16:creationId xmlns:a16="http://schemas.microsoft.com/office/drawing/2014/main" id="{A4D190B4-A5DD-9938-DBC1-D54A846CEA7C}"/>
                </a:ext>
              </a:extLst>
            </p:cNvPr>
            <p:cNvSpPr/>
            <p:nvPr/>
          </p:nvSpPr>
          <p:spPr>
            <a:xfrm>
              <a:off x="3073326" y="1354212"/>
              <a:ext cx="210435" cy="211190"/>
            </a:xfrm>
            <a:custGeom>
              <a:avLst/>
              <a:gdLst/>
              <a:ahLst/>
              <a:cxnLst/>
              <a:rect l="l" t="t" r="r" b="b"/>
              <a:pathLst>
                <a:path w="3065" h="3076" extrusionOk="0">
                  <a:moveTo>
                    <a:pt x="1527" y="1"/>
                  </a:moveTo>
                  <a:cubicBezTo>
                    <a:pt x="680" y="1"/>
                    <a:pt x="1" y="691"/>
                    <a:pt x="1" y="1538"/>
                  </a:cubicBezTo>
                  <a:cubicBezTo>
                    <a:pt x="1" y="2384"/>
                    <a:pt x="680" y="3075"/>
                    <a:pt x="1527" y="3075"/>
                  </a:cubicBezTo>
                  <a:cubicBezTo>
                    <a:pt x="2374" y="3075"/>
                    <a:pt x="3064" y="2384"/>
                    <a:pt x="3064" y="1538"/>
                  </a:cubicBezTo>
                  <a:cubicBezTo>
                    <a:pt x="3064" y="691"/>
                    <a:pt x="2374" y="1"/>
                    <a:pt x="1527" y="1"/>
                  </a:cubicBezTo>
                  <a:close/>
                  <a:moveTo>
                    <a:pt x="1527" y="2540"/>
                  </a:moveTo>
                  <a:cubicBezTo>
                    <a:pt x="981" y="2540"/>
                    <a:pt x="525" y="2095"/>
                    <a:pt x="525" y="1538"/>
                  </a:cubicBezTo>
                  <a:cubicBezTo>
                    <a:pt x="525" y="981"/>
                    <a:pt x="981" y="535"/>
                    <a:pt x="1527" y="535"/>
                  </a:cubicBezTo>
                  <a:cubicBezTo>
                    <a:pt x="2084" y="535"/>
                    <a:pt x="2541" y="981"/>
                    <a:pt x="2541" y="1538"/>
                  </a:cubicBezTo>
                  <a:cubicBezTo>
                    <a:pt x="2541" y="2095"/>
                    <a:pt x="2084" y="2540"/>
                    <a:pt x="1527" y="2540"/>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dirty="0"/>
            </a:p>
          </p:txBody>
        </p:sp>
        <p:sp>
          <p:nvSpPr>
            <p:cNvPr id="1480" name="Google Shape;430;p37">
              <a:extLst>
                <a:ext uri="{FF2B5EF4-FFF2-40B4-BE49-F238E27FC236}">
                  <a16:creationId xmlns:a16="http://schemas.microsoft.com/office/drawing/2014/main" id="{DA10A8C4-2EB1-51A2-F4A3-99EBBFE9FE0C}"/>
                </a:ext>
              </a:extLst>
            </p:cNvPr>
            <p:cNvSpPr/>
            <p:nvPr/>
          </p:nvSpPr>
          <p:spPr>
            <a:xfrm>
              <a:off x="3146791" y="1384078"/>
              <a:ext cx="63509" cy="64264"/>
            </a:xfrm>
            <a:custGeom>
              <a:avLst/>
              <a:gdLst/>
              <a:ahLst/>
              <a:cxnLst/>
              <a:rect l="l" t="t" r="r" b="b"/>
              <a:pathLst>
                <a:path w="925" h="936" extrusionOk="0">
                  <a:moveTo>
                    <a:pt x="457" y="936"/>
                  </a:moveTo>
                  <a:lnTo>
                    <a:pt x="412" y="880"/>
                  </a:lnTo>
                  <a:cubicBezTo>
                    <a:pt x="346" y="791"/>
                    <a:pt x="0" y="334"/>
                    <a:pt x="201" y="167"/>
                  </a:cubicBezTo>
                  <a:cubicBezTo>
                    <a:pt x="401" y="0"/>
                    <a:pt x="524" y="0"/>
                    <a:pt x="724" y="167"/>
                  </a:cubicBezTo>
                  <a:cubicBezTo>
                    <a:pt x="925" y="334"/>
                    <a:pt x="580" y="791"/>
                    <a:pt x="513" y="880"/>
                  </a:cubicBezTo>
                  <a:close/>
                  <a:moveTo>
                    <a:pt x="457" y="167"/>
                  </a:moveTo>
                  <a:cubicBezTo>
                    <a:pt x="412" y="167"/>
                    <a:pt x="357" y="201"/>
                    <a:pt x="279" y="256"/>
                  </a:cubicBezTo>
                  <a:cubicBezTo>
                    <a:pt x="212" y="323"/>
                    <a:pt x="335" y="557"/>
                    <a:pt x="457" y="735"/>
                  </a:cubicBezTo>
                  <a:cubicBezTo>
                    <a:pt x="591" y="557"/>
                    <a:pt x="713" y="323"/>
                    <a:pt x="646" y="256"/>
                  </a:cubicBezTo>
                  <a:cubicBezTo>
                    <a:pt x="568" y="201"/>
                    <a:pt x="513" y="167"/>
                    <a:pt x="457" y="16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81" name="Google Shape;431;p37">
              <a:extLst>
                <a:ext uri="{FF2B5EF4-FFF2-40B4-BE49-F238E27FC236}">
                  <a16:creationId xmlns:a16="http://schemas.microsoft.com/office/drawing/2014/main" id="{18AB87CA-023D-8824-4617-CCF1C3B1E419}"/>
                </a:ext>
              </a:extLst>
            </p:cNvPr>
            <p:cNvSpPr/>
            <p:nvPr/>
          </p:nvSpPr>
          <p:spPr>
            <a:xfrm>
              <a:off x="3146791" y="1465851"/>
              <a:ext cx="63509" cy="61312"/>
            </a:xfrm>
            <a:custGeom>
              <a:avLst/>
              <a:gdLst/>
              <a:ahLst/>
              <a:cxnLst/>
              <a:rect l="l" t="t" r="r" b="b"/>
              <a:pathLst>
                <a:path w="925" h="893" extrusionOk="0">
                  <a:moveTo>
                    <a:pt x="457" y="892"/>
                  </a:moveTo>
                  <a:cubicBezTo>
                    <a:pt x="379" y="892"/>
                    <a:pt x="301" y="859"/>
                    <a:pt x="201" y="781"/>
                  </a:cubicBezTo>
                  <a:cubicBezTo>
                    <a:pt x="0" y="614"/>
                    <a:pt x="346" y="157"/>
                    <a:pt x="412" y="68"/>
                  </a:cubicBezTo>
                  <a:lnTo>
                    <a:pt x="457" y="1"/>
                  </a:lnTo>
                  <a:lnTo>
                    <a:pt x="513" y="68"/>
                  </a:lnTo>
                  <a:cubicBezTo>
                    <a:pt x="580" y="157"/>
                    <a:pt x="925" y="614"/>
                    <a:pt x="724" y="781"/>
                  </a:cubicBezTo>
                  <a:cubicBezTo>
                    <a:pt x="624" y="859"/>
                    <a:pt x="546" y="892"/>
                    <a:pt x="457" y="892"/>
                  </a:cubicBezTo>
                  <a:close/>
                  <a:moveTo>
                    <a:pt x="457" y="201"/>
                  </a:moveTo>
                  <a:cubicBezTo>
                    <a:pt x="335" y="391"/>
                    <a:pt x="212" y="625"/>
                    <a:pt x="279" y="680"/>
                  </a:cubicBezTo>
                  <a:cubicBezTo>
                    <a:pt x="435" y="803"/>
                    <a:pt x="490" y="803"/>
                    <a:pt x="646" y="680"/>
                  </a:cubicBezTo>
                  <a:cubicBezTo>
                    <a:pt x="713" y="625"/>
                    <a:pt x="591" y="391"/>
                    <a:pt x="457" y="20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82" name="Google Shape;432;p37">
              <a:extLst>
                <a:ext uri="{FF2B5EF4-FFF2-40B4-BE49-F238E27FC236}">
                  <a16:creationId xmlns:a16="http://schemas.microsoft.com/office/drawing/2014/main" id="{8B273CBD-4ABE-FA87-0FB0-9715C192AA91}"/>
                </a:ext>
              </a:extLst>
            </p:cNvPr>
            <p:cNvSpPr/>
            <p:nvPr/>
          </p:nvSpPr>
          <p:spPr>
            <a:xfrm>
              <a:off x="3113148" y="1410032"/>
              <a:ext cx="57398" cy="45246"/>
            </a:xfrm>
            <a:custGeom>
              <a:avLst/>
              <a:gdLst/>
              <a:ahLst/>
              <a:cxnLst/>
              <a:rect l="l" t="t" r="r" b="b"/>
              <a:pathLst>
                <a:path w="836" h="659" extrusionOk="0">
                  <a:moveTo>
                    <a:pt x="479" y="658"/>
                  </a:moveTo>
                  <a:cubicBezTo>
                    <a:pt x="212" y="658"/>
                    <a:pt x="67" y="591"/>
                    <a:pt x="45" y="469"/>
                  </a:cubicBezTo>
                  <a:cubicBezTo>
                    <a:pt x="0" y="224"/>
                    <a:pt x="67" y="101"/>
                    <a:pt x="301" y="12"/>
                  </a:cubicBezTo>
                  <a:cubicBezTo>
                    <a:pt x="323" y="12"/>
                    <a:pt x="346" y="1"/>
                    <a:pt x="357" y="1"/>
                  </a:cubicBezTo>
                  <a:cubicBezTo>
                    <a:pt x="579" y="1"/>
                    <a:pt x="780" y="458"/>
                    <a:pt x="813" y="558"/>
                  </a:cubicBezTo>
                  <a:lnTo>
                    <a:pt x="836" y="625"/>
                  </a:lnTo>
                  <a:lnTo>
                    <a:pt x="769" y="636"/>
                  </a:lnTo>
                  <a:cubicBezTo>
                    <a:pt x="758" y="636"/>
                    <a:pt x="624" y="658"/>
                    <a:pt x="479" y="658"/>
                  </a:cubicBezTo>
                  <a:close/>
                  <a:moveTo>
                    <a:pt x="357" y="123"/>
                  </a:moveTo>
                  <a:cubicBezTo>
                    <a:pt x="357" y="123"/>
                    <a:pt x="346" y="123"/>
                    <a:pt x="346" y="123"/>
                  </a:cubicBezTo>
                  <a:cubicBezTo>
                    <a:pt x="167" y="190"/>
                    <a:pt x="134" y="257"/>
                    <a:pt x="156" y="446"/>
                  </a:cubicBezTo>
                  <a:cubicBezTo>
                    <a:pt x="167" y="502"/>
                    <a:pt x="290" y="535"/>
                    <a:pt x="479" y="535"/>
                  </a:cubicBezTo>
                  <a:cubicBezTo>
                    <a:pt x="546" y="535"/>
                    <a:pt x="613" y="535"/>
                    <a:pt x="669" y="524"/>
                  </a:cubicBezTo>
                  <a:cubicBezTo>
                    <a:pt x="591" y="346"/>
                    <a:pt x="446" y="123"/>
                    <a:pt x="357" y="123"/>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83" name="Google Shape;433;p37">
              <a:extLst>
                <a:ext uri="{FF2B5EF4-FFF2-40B4-BE49-F238E27FC236}">
                  <a16:creationId xmlns:a16="http://schemas.microsoft.com/office/drawing/2014/main" id="{763C2EA8-DEFA-19C4-76B1-E6E17C0C5A2A}"/>
                </a:ext>
              </a:extLst>
            </p:cNvPr>
            <p:cNvSpPr/>
            <p:nvPr/>
          </p:nvSpPr>
          <p:spPr>
            <a:xfrm>
              <a:off x="3185789" y="1459741"/>
              <a:ext cx="58153" cy="44421"/>
            </a:xfrm>
            <a:custGeom>
              <a:avLst/>
              <a:gdLst/>
              <a:ahLst/>
              <a:cxnLst/>
              <a:rect l="l" t="t" r="r" b="b"/>
              <a:pathLst>
                <a:path w="847" h="647" extrusionOk="0">
                  <a:moveTo>
                    <a:pt x="479" y="647"/>
                  </a:moveTo>
                  <a:cubicBezTo>
                    <a:pt x="257" y="647"/>
                    <a:pt x="67" y="190"/>
                    <a:pt x="34" y="101"/>
                  </a:cubicBezTo>
                  <a:lnTo>
                    <a:pt x="0" y="34"/>
                  </a:lnTo>
                  <a:lnTo>
                    <a:pt x="78" y="23"/>
                  </a:lnTo>
                  <a:cubicBezTo>
                    <a:pt x="90" y="12"/>
                    <a:pt x="223" y="1"/>
                    <a:pt x="368" y="1"/>
                  </a:cubicBezTo>
                  <a:cubicBezTo>
                    <a:pt x="635" y="1"/>
                    <a:pt x="780" y="68"/>
                    <a:pt x="802" y="190"/>
                  </a:cubicBezTo>
                  <a:cubicBezTo>
                    <a:pt x="847" y="435"/>
                    <a:pt x="780" y="558"/>
                    <a:pt x="546" y="636"/>
                  </a:cubicBezTo>
                  <a:cubicBezTo>
                    <a:pt x="524" y="647"/>
                    <a:pt x="502" y="647"/>
                    <a:pt x="479" y="647"/>
                  </a:cubicBezTo>
                  <a:close/>
                  <a:moveTo>
                    <a:pt x="179" y="135"/>
                  </a:moveTo>
                  <a:cubicBezTo>
                    <a:pt x="268" y="324"/>
                    <a:pt x="401" y="558"/>
                    <a:pt x="502" y="524"/>
                  </a:cubicBezTo>
                  <a:cubicBezTo>
                    <a:pt x="680" y="458"/>
                    <a:pt x="713" y="402"/>
                    <a:pt x="680" y="212"/>
                  </a:cubicBezTo>
                  <a:cubicBezTo>
                    <a:pt x="669" y="157"/>
                    <a:pt x="546" y="123"/>
                    <a:pt x="368" y="123"/>
                  </a:cubicBezTo>
                  <a:cubicBezTo>
                    <a:pt x="290" y="123"/>
                    <a:pt x="223" y="123"/>
                    <a:pt x="179" y="135"/>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84" name="Google Shape;434;p37">
              <a:extLst>
                <a:ext uri="{FF2B5EF4-FFF2-40B4-BE49-F238E27FC236}">
                  <a16:creationId xmlns:a16="http://schemas.microsoft.com/office/drawing/2014/main" id="{57AFECAD-E09C-196A-9E87-A73BB824FF56}"/>
                </a:ext>
              </a:extLst>
            </p:cNvPr>
            <p:cNvSpPr/>
            <p:nvPr/>
          </p:nvSpPr>
          <p:spPr>
            <a:xfrm>
              <a:off x="3113148" y="1459741"/>
              <a:ext cx="57398" cy="44422"/>
            </a:xfrm>
            <a:custGeom>
              <a:avLst/>
              <a:gdLst/>
              <a:ahLst/>
              <a:cxnLst/>
              <a:rect l="l" t="t" r="r" b="b"/>
              <a:pathLst>
                <a:path w="836" h="647" extrusionOk="0">
                  <a:moveTo>
                    <a:pt x="357" y="647"/>
                  </a:moveTo>
                  <a:lnTo>
                    <a:pt x="357" y="647"/>
                  </a:lnTo>
                  <a:cubicBezTo>
                    <a:pt x="334" y="647"/>
                    <a:pt x="323" y="647"/>
                    <a:pt x="301" y="636"/>
                  </a:cubicBezTo>
                  <a:cubicBezTo>
                    <a:pt x="67" y="558"/>
                    <a:pt x="0" y="435"/>
                    <a:pt x="45" y="190"/>
                  </a:cubicBezTo>
                  <a:cubicBezTo>
                    <a:pt x="67" y="68"/>
                    <a:pt x="212" y="1"/>
                    <a:pt x="479" y="1"/>
                  </a:cubicBezTo>
                  <a:cubicBezTo>
                    <a:pt x="624" y="1"/>
                    <a:pt x="758" y="12"/>
                    <a:pt x="769" y="23"/>
                  </a:cubicBezTo>
                  <a:lnTo>
                    <a:pt x="836" y="34"/>
                  </a:lnTo>
                  <a:lnTo>
                    <a:pt x="813" y="101"/>
                  </a:lnTo>
                  <a:cubicBezTo>
                    <a:pt x="780" y="190"/>
                    <a:pt x="579" y="647"/>
                    <a:pt x="357" y="647"/>
                  </a:cubicBezTo>
                  <a:close/>
                  <a:moveTo>
                    <a:pt x="479" y="123"/>
                  </a:moveTo>
                  <a:cubicBezTo>
                    <a:pt x="290" y="123"/>
                    <a:pt x="167" y="157"/>
                    <a:pt x="156" y="212"/>
                  </a:cubicBezTo>
                  <a:cubicBezTo>
                    <a:pt x="134" y="402"/>
                    <a:pt x="167" y="458"/>
                    <a:pt x="346" y="524"/>
                  </a:cubicBezTo>
                  <a:cubicBezTo>
                    <a:pt x="435" y="558"/>
                    <a:pt x="579" y="324"/>
                    <a:pt x="669" y="135"/>
                  </a:cubicBezTo>
                  <a:cubicBezTo>
                    <a:pt x="613" y="123"/>
                    <a:pt x="546" y="123"/>
                    <a:pt x="479" y="123"/>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85" name="Google Shape;435;p37">
              <a:extLst>
                <a:ext uri="{FF2B5EF4-FFF2-40B4-BE49-F238E27FC236}">
                  <a16:creationId xmlns:a16="http://schemas.microsoft.com/office/drawing/2014/main" id="{AA854794-222C-FAA0-2F53-D659354E138C}"/>
                </a:ext>
              </a:extLst>
            </p:cNvPr>
            <p:cNvSpPr/>
            <p:nvPr/>
          </p:nvSpPr>
          <p:spPr>
            <a:xfrm>
              <a:off x="3185789" y="1410032"/>
              <a:ext cx="58153" cy="45246"/>
            </a:xfrm>
            <a:custGeom>
              <a:avLst/>
              <a:gdLst/>
              <a:ahLst/>
              <a:cxnLst/>
              <a:rect l="l" t="t" r="r" b="b"/>
              <a:pathLst>
                <a:path w="847" h="659" extrusionOk="0">
                  <a:moveTo>
                    <a:pt x="368" y="658"/>
                  </a:moveTo>
                  <a:cubicBezTo>
                    <a:pt x="223" y="658"/>
                    <a:pt x="90" y="636"/>
                    <a:pt x="78" y="636"/>
                  </a:cubicBezTo>
                  <a:lnTo>
                    <a:pt x="0" y="625"/>
                  </a:lnTo>
                  <a:lnTo>
                    <a:pt x="34" y="558"/>
                  </a:lnTo>
                  <a:cubicBezTo>
                    <a:pt x="67" y="458"/>
                    <a:pt x="257" y="1"/>
                    <a:pt x="479" y="1"/>
                  </a:cubicBezTo>
                  <a:cubicBezTo>
                    <a:pt x="502" y="1"/>
                    <a:pt x="524" y="12"/>
                    <a:pt x="546" y="12"/>
                  </a:cubicBezTo>
                  <a:cubicBezTo>
                    <a:pt x="769" y="101"/>
                    <a:pt x="847" y="224"/>
                    <a:pt x="802" y="469"/>
                  </a:cubicBezTo>
                  <a:cubicBezTo>
                    <a:pt x="780" y="591"/>
                    <a:pt x="635" y="658"/>
                    <a:pt x="368" y="658"/>
                  </a:cubicBezTo>
                  <a:close/>
                  <a:moveTo>
                    <a:pt x="179" y="524"/>
                  </a:moveTo>
                  <a:cubicBezTo>
                    <a:pt x="223" y="535"/>
                    <a:pt x="290" y="535"/>
                    <a:pt x="368" y="535"/>
                  </a:cubicBezTo>
                  <a:cubicBezTo>
                    <a:pt x="557" y="535"/>
                    <a:pt x="669" y="502"/>
                    <a:pt x="680" y="446"/>
                  </a:cubicBezTo>
                  <a:cubicBezTo>
                    <a:pt x="713" y="257"/>
                    <a:pt x="680" y="190"/>
                    <a:pt x="502" y="123"/>
                  </a:cubicBezTo>
                  <a:cubicBezTo>
                    <a:pt x="413" y="101"/>
                    <a:pt x="268" y="335"/>
                    <a:pt x="179" y="52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86" name="Google Shape;436;p37">
              <a:extLst>
                <a:ext uri="{FF2B5EF4-FFF2-40B4-BE49-F238E27FC236}">
                  <a16:creationId xmlns:a16="http://schemas.microsoft.com/office/drawing/2014/main" id="{AB213AA0-180C-D670-68E6-9062BC3C6370}"/>
                </a:ext>
              </a:extLst>
            </p:cNvPr>
            <p:cNvSpPr/>
            <p:nvPr/>
          </p:nvSpPr>
          <p:spPr>
            <a:xfrm>
              <a:off x="3152146" y="1430698"/>
              <a:ext cx="52798" cy="52867"/>
            </a:xfrm>
            <a:custGeom>
              <a:avLst/>
              <a:gdLst/>
              <a:ahLst/>
              <a:cxnLst/>
              <a:rect l="l" t="t" r="r" b="b"/>
              <a:pathLst>
                <a:path w="769" h="770" extrusionOk="0">
                  <a:moveTo>
                    <a:pt x="769" y="390"/>
                  </a:moveTo>
                  <a:cubicBezTo>
                    <a:pt x="769" y="602"/>
                    <a:pt x="591" y="769"/>
                    <a:pt x="379" y="769"/>
                  </a:cubicBezTo>
                  <a:cubicBezTo>
                    <a:pt x="167" y="769"/>
                    <a:pt x="0" y="602"/>
                    <a:pt x="0" y="390"/>
                  </a:cubicBezTo>
                  <a:cubicBezTo>
                    <a:pt x="0" y="179"/>
                    <a:pt x="167" y="1"/>
                    <a:pt x="379" y="1"/>
                  </a:cubicBezTo>
                  <a:cubicBezTo>
                    <a:pt x="591" y="1"/>
                    <a:pt x="769" y="179"/>
                    <a:pt x="769" y="39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87" name="Google Shape;437;p37">
              <a:extLst>
                <a:ext uri="{FF2B5EF4-FFF2-40B4-BE49-F238E27FC236}">
                  <a16:creationId xmlns:a16="http://schemas.microsoft.com/office/drawing/2014/main" id="{338FD60B-D79D-83F2-DCAA-7F2D3112496C}"/>
                </a:ext>
              </a:extLst>
            </p:cNvPr>
            <p:cNvSpPr/>
            <p:nvPr/>
          </p:nvSpPr>
          <p:spPr>
            <a:xfrm>
              <a:off x="3160523" y="1439143"/>
              <a:ext cx="36045" cy="35977"/>
            </a:xfrm>
            <a:custGeom>
              <a:avLst/>
              <a:gdLst/>
              <a:ahLst/>
              <a:cxnLst/>
              <a:rect l="l" t="t" r="r" b="b"/>
              <a:pathLst>
                <a:path w="525" h="524" extrusionOk="0">
                  <a:moveTo>
                    <a:pt x="524" y="267"/>
                  </a:moveTo>
                  <a:cubicBezTo>
                    <a:pt x="524" y="401"/>
                    <a:pt x="402" y="524"/>
                    <a:pt x="257" y="524"/>
                  </a:cubicBezTo>
                  <a:cubicBezTo>
                    <a:pt x="123" y="524"/>
                    <a:pt x="1" y="401"/>
                    <a:pt x="1" y="267"/>
                  </a:cubicBezTo>
                  <a:cubicBezTo>
                    <a:pt x="1" y="123"/>
                    <a:pt x="123" y="0"/>
                    <a:pt x="257" y="0"/>
                  </a:cubicBezTo>
                  <a:cubicBezTo>
                    <a:pt x="402" y="0"/>
                    <a:pt x="524" y="123"/>
                    <a:pt x="524" y="26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88" name="Google Shape;438;p37">
              <a:extLst>
                <a:ext uri="{FF2B5EF4-FFF2-40B4-BE49-F238E27FC236}">
                  <a16:creationId xmlns:a16="http://schemas.microsoft.com/office/drawing/2014/main" id="{85E1B1B5-4791-E0E7-D80E-614CFFCD8DD6}"/>
                </a:ext>
              </a:extLst>
            </p:cNvPr>
            <p:cNvSpPr/>
            <p:nvPr/>
          </p:nvSpPr>
          <p:spPr>
            <a:xfrm>
              <a:off x="2908957" y="1135327"/>
              <a:ext cx="627190" cy="294680"/>
            </a:xfrm>
            <a:custGeom>
              <a:avLst/>
              <a:gdLst/>
              <a:ahLst/>
              <a:cxnLst/>
              <a:rect l="l" t="t" r="r" b="b"/>
              <a:pathLst>
                <a:path w="9135" h="4292" extrusionOk="0">
                  <a:moveTo>
                    <a:pt x="5333" y="0"/>
                  </a:moveTo>
                  <a:cubicBezTo>
                    <a:pt x="4375" y="0"/>
                    <a:pt x="3368" y="213"/>
                    <a:pt x="2451" y="705"/>
                  </a:cubicBezTo>
                  <a:cubicBezTo>
                    <a:pt x="0" y="2019"/>
                    <a:pt x="412" y="4291"/>
                    <a:pt x="412" y="4291"/>
                  </a:cubicBezTo>
                  <a:cubicBezTo>
                    <a:pt x="1158" y="1288"/>
                    <a:pt x="3482" y="668"/>
                    <a:pt x="5164" y="668"/>
                  </a:cubicBezTo>
                  <a:cubicBezTo>
                    <a:pt x="5241" y="668"/>
                    <a:pt x="5317" y="669"/>
                    <a:pt x="5391" y="671"/>
                  </a:cubicBezTo>
                  <a:cubicBezTo>
                    <a:pt x="7096" y="738"/>
                    <a:pt x="8689" y="1952"/>
                    <a:pt x="8689" y="1952"/>
                  </a:cubicBezTo>
                  <a:cubicBezTo>
                    <a:pt x="9134" y="1651"/>
                    <a:pt x="9067" y="1473"/>
                    <a:pt x="9067" y="1473"/>
                  </a:cubicBezTo>
                  <a:cubicBezTo>
                    <a:pt x="8398" y="595"/>
                    <a:pt x="6935" y="0"/>
                    <a:pt x="5333" y="0"/>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grpSp>
        <p:nvGrpSpPr>
          <p:cNvPr id="1524" name="Google Shape;223;p34">
            <a:extLst>
              <a:ext uri="{FF2B5EF4-FFF2-40B4-BE49-F238E27FC236}">
                <a16:creationId xmlns:a16="http://schemas.microsoft.com/office/drawing/2014/main" id="{099CB080-EB04-750E-CEF3-680422F1250D}"/>
              </a:ext>
            </a:extLst>
          </p:cNvPr>
          <p:cNvGrpSpPr/>
          <p:nvPr/>
        </p:nvGrpSpPr>
        <p:grpSpPr>
          <a:xfrm flipH="1">
            <a:off x="5753314" y="1094509"/>
            <a:ext cx="3387754" cy="3016915"/>
            <a:chOff x="4523982" y="824638"/>
            <a:chExt cx="4046876" cy="4318858"/>
          </a:xfrm>
        </p:grpSpPr>
        <p:sp>
          <p:nvSpPr>
            <p:cNvPr id="1525" name="Google Shape;224;p34">
              <a:extLst>
                <a:ext uri="{FF2B5EF4-FFF2-40B4-BE49-F238E27FC236}">
                  <a16:creationId xmlns:a16="http://schemas.microsoft.com/office/drawing/2014/main" id="{0DB63EF5-FA4C-3931-82E9-2DD6405CAD38}"/>
                </a:ext>
              </a:extLst>
            </p:cNvPr>
            <p:cNvSpPr/>
            <p:nvPr/>
          </p:nvSpPr>
          <p:spPr>
            <a:xfrm rot="-1013820" flipH="1">
              <a:off x="7267339" y="2495572"/>
              <a:ext cx="118829" cy="137513"/>
            </a:xfrm>
            <a:custGeom>
              <a:avLst/>
              <a:gdLst/>
              <a:ahLst/>
              <a:cxnLst/>
              <a:rect l="l" t="t" r="r" b="b"/>
              <a:pathLst>
                <a:path w="636" h="736" extrusionOk="0">
                  <a:moveTo>
                    <a:pt x="290" y="1"/>
                  </a:moveTo>
                  <a:lnTo>
                    <a:pt x="1" y="591"/>
                  </a:lnTo>
                  <a:lnTo>
                    <a:pt x="235" y="736"/>
                  </a:lnTo>
                  <a:lnTo>
                    <a:pt x="636" y="134"/>
                  </a:lnTo>
                  <a:cubicBezTo>
                    <a:pt x="636" y="134"/>
                    <a:pt x="580" y="1"/>
                    <a:pt x="290"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225;p34">
              <a:extLst>
                <a:ext uri="{FF2B5EF4-FFF2-40B4-BE49-F238E27FC236}">
                  <a16:creationId xmlns:a16="http://schemas.microsoft.com/office/drawing/2014/main" id="{537B4F20-AFD7-647D-DF1C-A4E9E81D1AA8}"/>
                </a:ext>
              </a:extLst>
            </p:cNvPr>
            <p:cNvSpPr/>
            <p:nvPr/>
          </p:nvSpPr>
          <p:spPr>
            <a:xfrm rot="-1013820" flipH="1">
              <a:off x="7078965" y="2668303"/>
              <a:ext cx="116587" cy="127050"/>
            </a:xfrm>
            <a:custGeom>
              <a:avLst/>
              <a:gdLst/>
              <a:ahLst/>
              <a:cxnLst/>
              <a:rect l="l" t="t" r="r" b="b"/>
              <a:pathLst>
                <a:path w="624" h="680" extrusionOk="0">
                  <a:moveTo>
                    <a:pt x="334" y="0"/>
                  </a:moveTo>
                  <a:lnTo>
                    <a:pt x="0" y="546"/>
                  </a:lnTo>
                  <a:lnTo>
                    <a:pt x="156" y="680"/>
                  </a:lnTo>
                  <a:lnTo>
                    <a:pt x="624" y="145"/>
                  </a:lnTo>
                  <a:cubicBezTo>
                    <a:pt x="535" y="22"/>
                    <a:pt x="334" y="0"/>
                    <a:pt x="334"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226;p34">
              <a:extLst>
                <a:ext uri="{FF2B5EF4-FFF2-40B4-BE49-F238E27FC236}">
                  <a16:creationId xmlns:a16="http://schemas.microsoft.com/office/drawing/2014/main" id="{AE1743C9-A44A-2DA5-F58B-2FC8E917F7D6}"/>
                </a:ext>
              </a:extLst>
            </p:cNvPr>
            <p:cNvSpPr/>
            <p:nvPr/>
          </p:nvSpPr>
          <p:spPr>
            <a:xfrm rot="-1013820" flipH="1">
              <a:off x="6804389" y="2851239"/>
              <a:ext cx="129105" cy="200104"/>
            </a:xfrm>
            <a:custGeom>
              <a:avLst/>
              <a:gdLst/>
              <a:ahLst/>
              <a:cxnLst/>
              <a:rect l="l" t="t" r="r" b="b"/>
              <a:pathLst>
                <a:path w="691" h="1071" extrusionOk="0">
                  <a:moveTo>
                    <a:pt x="403" y="0"/>
                  </a:moveTo>
                  <a:cubicBezTo>
                    <a:pt x="388" y="0"/>
                    <a:pt x="379" y="2"/>
                    <a:pt x="379" y="2"/>
                  </a:cubicBezTo>
                  <a:lnTo>
                    <a:pt x="0" y="960"/>
                  </a:lnTo>
                  <a:lnTo>
                    <a:pt x="312" y="1071"/>
                  </a:lnTo>
                  <a:lnTo>
                    <a:pt x="691" y="135"/>
                  </a:lnTo>
                  <a:cubicBezTo>
                    <a:pt x="587" y="14"/>
                    <a:pt x="456" y="0"/>
                    <a:pt x="403"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227;p34">
              <a:extLst>
                <a:ext uri="{FF2B5EF4-FFF2-40B4-BE49-F238E27FC236}">
                  <a16:creationId xmlns:a16="http://schemas.microsoft.com/office/drawing/2014/main" id="{DDC9D6CD-CDF6-CC11-A5BE-111E9BDACAA6}"/>
                </a:ext>
              </a:extLst>
            </p:cNvPr>
            <p:cNvSpPr/>
            <p:nvPr/>
          </p:nvSpPr>
          <p:spPr>
            <a:xfrm rot="-1013820" flipH="1">
              <a:off x="6101783" y="2940292"/>
              <a:ext cx="836850" cy="403945"/>
            </a:xfrm>
            <a:custGeom>
              <a:avLst/>
              <a:gdLst/>
              <a:ahLst/>
              <a:cxnLst/>
              <a:rect l="l" t="t" r="r" b="b"/>
              <a:pathLst>
                <a:path w="4479" h="2162" extrusionOk="0">
                  <a:moveTo>
                    <a:pt x="2563" y="446"/>
                  </a:moveTo>
                  <a:cubicBezTo>
                    <a:pt x="2563" y="446"/>
                    <a:pt x="769" y="0"/>
                    <a:pt x="435" y="178"/>
                  </a:cubicBezTo>
                  <a:cubicBezTo>
                    <a:pt x="435" y="178"/>
                    <a:pt x="1" y="1136"/>
                    <a:pt x="23" y="1147"/>
                  </a:cubicBezTo>
                  <a:cubicBezTo>
                    <a:pt x="45" y="1159"/>
                    <a:pt x="1326" y="2161"/>
                    <a:pt x="2897" y="1381"/>
                  </a:cubicBezTo>
                  <a:cubicBezTo>
                    <a:pt x="4478" y="591"/>
                    <a:pt x="2663" y="468"/>
                    <a:pt x="2563" y="446"/>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228;p34">
              <a:extLst>
                <a:ext uri="{FF2B5EF4-FFF2-40B4-BE49-F238E27FC236}">
                  <a16:creationId xmlns:a16="http://schemas.microsoft.com/office/drawing/2014/main" id="{42DC45AD-4CC3-A70B-4A87-BC6331B04578}"/>
                </a:ext>
              </a:extLst>
            </p:cNvPr>
            <p:cNvSpPr/>
            <p:nvPr/>
          </p:nvSpPr>
          <p:spPr>
            <a:xfrm rot="-1013820" flipH="1">
              <a:off x="6825790" y="2722235"/>
              <a:ext cx="374985" cy="277082"/>
            </a:xfrm>
            <a:custGeom>
              <a:avLst/>
              <a:gdLst/>
              <a:ahLst/>
              <a:cxnLst/>
              <a:rect l="l" t="t" r="r" b="b"/>
              <a:pathLst>
                <a:path w="2007" h="1483" extrusionOk="0">
                  <a:moveTo>
                    <a:pt x="391" y="1"/>
                  </a:moveTo>
                  <a:cubicBezTo>
                    <a:pt x="391" y="1"/>
                    <a:pt x="1694" y="224"/>
                    <a:pt x="2006" y="447"/>
                  </a:cubicBezTo>
                  <a:cubicBezTo>
                    <a:pt x="2006" y="447"/>
                    <a:pt x="1638" y="1338"/>
                    <a:pt x="1538" y="1405"/>
                  </a:cubicBezTo>
                  <a:cubicBezTo>
                    <a:pt x="1438" y="1482"/>
                    <a:pt x="23" y="859"/>
                    <a:pt x="1" y="636"/>
                  </a:cubicBezTo>
                  <a:cubicBezTo>
                    <a:pt x="1" y="502"/>
                    <a:pt x="391" y="1"/>
                    <a:pt x="391"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229;p34">
              <a:extLst>
                <a:ext uri="{FF2B5EF4-FFF2-40B4-BE49-F238E27FC236}">
                  <a16:creationId xmlns:a16="http://schemas.microsoft.com/office/drawing/2014/main" id="{E4B5F0B0-ED7F-8ACC-93B9-526F13D6B6D3}"/>
                </a:ext>
              </a:extLst>
            </p:cNvPr>
            <p:cNvSpPr/>
            <p:nvPr/>
          </p:nvSpPr>
          <p:spPr>
            <a:xfrm rot="-1013820" flipH="1">
              <a:off x="7102930" y="2542199"/>
              <a:ext cx="264377" cy="200104"/>
            </a:xfrm>
            <a:custGeom>
              <a:avLst/>
              <a:gdLst/>
              <a:ahLst/>
              <a:cxnLst/>
              <a:rect l="l" t="t" r="r" b="b"/>
              <a:pathLst>
                <a:path w="1415" h="1071" extrusionOk="0">
                  <a:moveTo>
                    <a:pt x="1415" y="491"/>
                  </a:moveTo>
                  <a:cubicBezTo>
                    <a:pt x="1415" y="491"/>
                    <a:pt x="1014" y="112"/>
                    <a:pt x="390" y="1"/>
                  </a:cubicBezTo>
                  <a:cubicBezTo>
                    <a:pt x="390" y="1"/>
                    <a:pt x="56" y="402"/>
                    <a:pt x="0" y="625"/>
                  </a:cubicBezTo>
                  <a:cubicBezTo>
                    <a:pt x="0" y="625"/>
                    <a:pt x="535" y="1003"/>
                    <a:pt x="1058" y="1070"/>
                  </a:cubicBezTo>
                  <a:cubicBezTo>
                    <a:pt x="1058" y="1070"/>
                    <a:pt x="1304" y="825"/>
                    <a:pt x="1415" y="49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230;p34">
              <a:extLst>
                <a:ext uri="{FF2B5EF4-FFF2-40B4-BE49-F238E27FC236}">
                  <a16:creationId xmlns:a16="http://schemas.microsoft.com/office/drawing/2014/main" id="{876BE3AA-D719-2426-750E-1BF653BF3DF5}"/>
                </a:ext>
              </a:extLst>
            </p:cNvPr>
            <p:cNvSpPr/>
            <p:nvPr/>
          </p:nvSpPr>
          <p:spPr>
            <a:xfrm rot="-1013820" flipH="1">
              <a:off x="7279826" y="2264520"/>
              <a:ext cx="449720" cy="289413"/>
            </a:xfrm>
            <a:custGeom>
              <a:avLst/>
              <a:gdLst/>
              <a:ahLst/>
              <a:cxnLst/>
              <a:rect l="l" t="t" r="r" b="b"/>
              <a:pathLst>
                <a:path w="2407" h="1549" extrusionOk="0">
                  <a:moveTo>
                    <a:pt x="2395" y="936"/>
                  </a:moveTo>
                  <a:cubicBezTo>
                    <a:pt x="2395" y="936"/>
                    <a:pt x="1315" y="145"/>
                    <a:pt x="658" y="78"/>
                  </a:cubicBezTo>
                  <a:cubicBezTo>
                    <a:pt x="0" y="0"/>
                    <a:pt x="268" y="691"/>
                    <a:pt x="1148" y="1081"/>
                  </a:cubicBezTo>
                  <a:cubicBezTo>
                    <a:pt x="2016" y="1471"/>
                    <a:pt x="1894" y="1482"/>
                    <a:pt x="2094" y="1549"/>
                  </a:cubicBezTo>
                  <a:cubicBezTo>
                    <a:pt x="2094" y="1549"/>
                    <a:pt x="2406" y="1103"/>
                    <a:pt x="2395" y="93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2" name="Google Shape;231;p34">
              <a:extLst>
                <a:ext uri="{FF2B5EF4-FFF2-40B4-BE49-F238E27FC236}">
                  <a16:creationId xmlns:a16="http://schemas.microsoft.com/office/drawing/2014/main" id="{AAAACE89-E88D-3701-C2BF-BE126DAD6FC4}"/>
                </a:ext>
              </a:extLst>
            </p:cNvPr>
            <p:cNvSpPr/>
            <p:nvPr/>
          </p:nvSpPr>
          <p:spPr>
            <a:xfrm rot="-1013820" flipH="1">
              <a:off x="7510819" y="2421583"/>
              <a:ext cx="141810" cy="195807"/>
            </a:xfrm>
            <a:custGeom>
              <a:avLst/>
              <a:gdLst/>
              <a:ahLst/>
              <a:cxnLst/>
              <a:rect l="l" t="t" r="r" b="b"/>
              <a:pathLst>
                <a:path w="759" h="1048" extrusionOk="0">
                  <a:moveTo>
                    <a:pt x="524" y="1"/>
                  </a:moveTo>
                  <a:lnTo>
                    <a:pt x="1" y="847"/>
                  </a:lnTo>
                  <a:lnTo>
                    <a:pt x="212" y="1048"/>
                  </a:lnTo>
                  <a:lnTo>
                    <a:pt x="758" y="157"/>
                  </a:lnTo>
                  <a:cubicBezTo>
                    <a:pt x="714" y="23"/>
                    <a:pt x="524" y="1"/>
                    <a:pt x="524"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232;p34">
              <a:extLst>
                <a:ext uri="{FF2B5EF4-FFF2-40B4-BE49-F238E27FC236}">
                  <a16:creationId xmlns:a16="http://schemas.microsoft.com/office/drawing/2014/main" id="{8DA6B189-B814-624B-9F20-8C103739F33A}"/>
                </a:ext>
              </a:extLst>
            </p:cNvPr>
            <p:cNvSpPr/>
            <p:nvPr/>
          </p:nvSpPr>
          <p:spPr>
            <a:xfrm rot="-1013820" flipH="1">
              <a:off x="7257964" y="2679980"/>
              <a:ext cx="168715" cy="229251"/>
            </a:xfrm>
            <a:custGeom>
              <a:avLst/>
              <a:gdLst/>
              <a:ahLst/>
              <a:cxnLst/>
              <a:rect l="l" t="t" r="r" b="b"/>
              <a:pathLst>
                <a:path w="903" h="1227" extrusionOk="0">
                  <a:moveTo>
                    <a:pt x="652" y="1"/>
                  </a:moveTo>
                  <a:cubicBezTo>
                    <a:pt x="649" y="1"/>
                    <a:pt x="647" y="1"/>
                    <a:pt x="647" y="1"/>
                  </a:cubicBezTo>
                  <a:lnTo>
                    <a:pt x="1" y="1003"/>
                  </a:lnTo>
                  <a:lnTo>
                    <a:pt x="201" y="1226"/>
                  </a:lnTo>
                  <a:lnTo>
                    <a:pt x="903" y="168"/>
                  </a:lnTo>
                  <a:cubicBezTo>
                    <a:pt x="814" y="9"/>
                    <a:pt x="681" y="1"/>
                    <a:pt x="652"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233;p34">
              <a:extLst>
                <a:ext uri="{FF2B5EF4-FFF2-40B4-BE49-F238E27FC236}">
                  <a16:creationId xmlns:a16="http://schemas.microsoft.com/office/drawing/2014/main" id="{533916CA-DF0C-31B4-0000-A8D3D654C9F3}"/>
                </a:ext>
              </a:extLst>
            </p:cNvPr>
            <p:cNvSpPr/>
            <p:nvPr/>
          </p:nvSpPr>
          <p:spPr>
            <a:xfrm rot="-1013820" flipH="1">
              <a:off x="7006222" y="2876810"/>
              <a:ext cx="185531" cy="181233"/>
            </a:xfrm>
            <a:custGeom>
              <a:avLst/>
              <a:gdLst/>
              <a:ahLst/>
              <a:cxnLst/>
              <a:rect l="l" t="t" r="r" b="b"/>
              <a:pathLst>
                <a:path w="993" h="970" extrusionOk="0">
                  <a:moveTo>
                    <a:pt x="770" y="1"/>
                  </a:moveTo>
                  <a:lnTo>
                    <a:pt x="1" y="870"/>
                  </a:lnTo>
                  <a:lnTo>
                    <a:pt x="257" y="970"/>
                  </a:lnTo>
                  <a:lnTo>
                    <a:pt x="992" y="157"/>
                  </a:lnTo>
                  <a:cubicBezTo>
                    <a:pt x="981" y="45"/>
                    <a:pt x="770" y="1"/>
                    <a:pt x="770"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234;p34">
              <a:extLst>
                <a:ext uri="{FF2B5EF4-FFF2-40B4-BE49-F238E27FC236}">
                  <a16:creationId xmlns:a16="http://schemas.microsoft.com/office/drawing/2014/main" id="{5AC2C80F-1EE6-7AEB-B407-1C2AF8393468}"/>
                </a:ext>
              </a:extLst>
            </p:cNvPr>
            <p:cNvSpPr/>
            <p:nvPr/>
          </p:nvSpPr>
          <p:spPr>
            <a:xfrm rot="-1013820" flipH="1">
              <a:off x="6685392" y="2949641"/>
              <a:ext cx="491385" cy="283247"/>
            </a:xfrm>
            <a:custGeom>
              <a:avLst/>
              <a:gdLst/>
              <a:ahLst/>
              <a:cxnLst/>
              <a:rect l="l" t="t" r="r" b="b"/>
              <a:pathLst>
                <a:path w="2630" h="1516" extrusionOk="0">
                  <a:moveTo>
                    <a:pt x="2529" y="903"/>
                  </a:moveTo>
                  <a:cubicBezTo>
                    <a:pt x="2529" y="903"/>
                    <a:pt x="903" y="12"/>
                    <a:pt x="725" y="1"/>
                  </a:cubicBezTo>
                  <a:cubicBezTo>
                    <a:pt x="725" y="1"/>
                    <a:pt x="246" y="491"/>
                    <a:pt x="1" y="847"/>
                  </a:cubicBezTo>
                  <a:cubicBezTo>
                    <a:pt x="1" y="847"/>
                    <a:pt x="2006" y="1516"/>
                    <a:pt x="2050" y="1482"/>
                  </a:cubicBezTo>
                  <a:cubicBezTo>
                    <a:pt x="2095" y="1449"/>
                    <a:pt x="2630" y="1037"/>
                    <a:pt x="2529" y="903"/>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235;p34">
              <a:extLst>
                <a:ext uri="{FF2B5EF4-FFF2-40B4-BE49-F238E27FC236}">
                  <a16:creationId xmlns:a16="http://schemas.microsoft.com/office/drawing/2014/main" id="{D9B72C6B-8ACE-5665-ED0F-03DCA36C4EA9}"/>
                </a:ext>
              </a:extLst>
            </p:cNvPr>
            <p:cNvSpPr/>
            <p:nvPr/>
          </p:nvSpPr>
          <p:spPr>
            <a:xfrm rot="-1013820" flipH="1">
              <a:off x="7016700" y="2738022"/>
              <a:ext cx="389372" cy="268674"/>
            </a:xfrm>
            <a:custGeom>
              <a:avLst/>
              <a:gdLst/>
              <a:ahLst/>
              <a:cxnLst/>
              <a:rect l="l" t="t" r="r" b="b"/>
              <a:pathLst>
                <a:path w="2084" h="1438" extrusionOk="0">
                  <a:moveTo>
                    <a:pt x="2083" y="558"/>
                  </a:moveTo>
                  <a:cubicBezTo>
                    <a:pt x="2083" y="558"/>
                    <a:pt x="1548" y="201"/>
                    <a:pt x="657" y="1"/>
                  </a:cubicBezTo>
                  <a:cubicBezTo>
                    <a:pt x="657" y="1"/>
                    <a:pt x="189" y="691"/>
                    <a:pt x="0" y="1037"/>
                  </a:cubicBezTo>
                  <a:cubicBezTo>
                    <a:pt x="0" y="1037"/>
                    <a:pt x="668" y="1382"/>
                    <a:pt x="1314" y="1438"/>
                  </a:cubicBezTo>
                  <a:cubicBezTo>
                    <a:pt x="1314" y="1438"/>
                    <a:pt x="1972" y="803"/>
                    <a:pt x="2083" y="558"/>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236;p34">
              <a:extLst>
                <a:ext uri="{FF2B5EF4-FFF2-40B4-BE49-F238E27FC236}">
                  <a16:creationId xmlns:a16="http://schemas.microsoft.com/office/drawing/2014/main" id="{D1C9E6CF-9C3D-EB11-C364-6064E0970829}"/>
                </a:ext>
              </a:extLst>
            </p:cNvPr>
            <p:cNvSpPr/>
            <p:nvPr/>
          </p:nvSpPr>
          <p:spPr>
            <a:xfrm rot="-1013820" flipH="1">
              <a:off x="7506272" y="2180935"/>
              <a:ext cx="512124" cy="347893"/>
            </a:xfrm>
            <a:custGeom>
              <a:avLst/>
              <a:gdLst/>
              <a:ahLst/>
              <a:cxnLst/>
              <a:rect l="l" t="t" r="r" b="b"/>
              <a:pathLst>
                <a:path w="2741" h="1862" extrusionOk="0">
                  <a:moveTo>
                    <a:pt x="2741" y="981"/>
                  </a:moveTo>
                  <a:cubicBezTo>
                    <a:pt x="2741" y="981"/>
                    <a:pt x="1048" y="168"/>
                    <a:pt x="691" y="90"/>
                  </a:cubicBezTo>
                  <a:cubicBezTo>
                    <a:pt x="335" y="1"/>
                    <a:pt x="1" y="391"/>
                    <a:pt x="424" y="847"/>
                  </a:cubicBezTo>
                  <a:cubicBezTo>
                    <a:pt x="858" y="1304"/>
                    <a:pt x="2217" y="1861"/>
                    <a:pt x="2217" y="1861"/>
                  </a:cubicBezTo>
                  <a:cubicBezTo>
                    <a:pt x="2217" y="1861"/>
                    <a:pt x="2674" y="1215"/>
                    <a:pt x="2741" y="98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237;p34">
              <a:extLst>
                <a:ext uri="{FF2B5EF4-FFF2-40B4-BE49-F238E27FC236}">
                  <a16:creationId xmlns:a16="http://schemas.microsoft.com/office/drawing/2014/main" id="{76E03A2A-25B2-44C6-1A2E-3B61BDA91486}"/>
                </a:ext>
              </a:extLst>
            </p:cNvPr>
            <p:cNvSpPr/>
            <p:nvPr/>
          </p:nvSpPr>
          <p:spPr>
            <a:xfrm rot="-1013820" flipH="1">
              <a:off x="7261286" y="2484207"/>
              <a:ext cx="395724" cy="351817"/>
            </a:xfrm>
            <a:custGeom>
              <a:avLst/>
              <a:gdLst/>
              <a:ahLst/>
              <a:cxnLst/>
              <a:rect l="l" t="t" r="r" b="b"/>
              <a:pathLst>
                <a:path w="2118" h="1883" extrusionOk="0">
                  <a:moveTo>
                    <a:pt x="2117" y="847"/>
                  </a:moveTo>
                  <a:cubicBezTo>
                    <a:pt x="2117" y="847"/>
                    <a:pt x="1315" y="156"/>
                    <a:pt x="569" y="0"/>
                  </a:cubicBezTo>
                  <a:cubicBezTo>
                    <a:pt x="569" y="0"/>
                    <a:pt x="246" y="357"/>
                    <a:pt x="1" y="891"/>
                  </a:cubicBezTo>
                  <a:cubicBezTo>
                    <a:pt x="1" y="891"/>
                    <a:pt x="580" y="1370"/>
                    <a:pt x="1460" y="1883"/>
                  </a:cubicBezTo>
                  <a:cubicBezTo>
                    <a:pt x="1460" y="1883"/>
                    <a:pt x="1973" y="1304"/>
                    <a:pt x="2117" y="84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238;p34">
              <a:extLst>
                <a:ext uri="{FF2B5EF4-FFF2-40B4-BE49-F238E27FC236}">
                  <a16:creationId xmlns:a16="http://schemas.microsoft.com/office/drawing/2014/main" id="{68CAF5FF-AF0C-0F76-CBD0-7D8BF701032F}"/>
                </a:ext>
              </a:extLst>
            </p:cNvPr>
            <p:cNvSpPr/>
            <p:nvPr/>
          </p:nvSpPr>
          <p:spPr>
            <a:xfrm rot="-1013820" flipH="1">
              <a:off x="6839467" y="3142832"/>
              <a:ext cx="351817" cy="244198"/>
            </a:xfrm>
            <a:custGeom>
              <a:avLst/>
              <a:gdLst/>
              <a:ahLst/>
              <a:cxnLst/>
              <a:rect l="l" t="t" r="r" b="b"/>
              <a:pathLst>
                <a:path w="1883" h="1307" extrusionOk="0">
                  <a:moveTo>
                    <a:pt x="680" y="1"/>
                  </a:moveTo>
                  <a:lnTo>
                    <a:pt x="0" y="992"/>
                  </a:lnTo>
                  <a:cubicBezTo>
                    <a:pt x="0" y="992"/>
                    <a:pt x="234" y="1306"/>
                    <a:pt x="853" y="1306"/>
                  </a:cubicBezTo>
                  <a:cubicBezTo>
                    <a:pt x="924" y="1306"/>
                    <a:pt x="1000" y="1302"/>
                    <a:pt x="1081" y="1293"/>
                  </a:cubicBezTo>
                  <a:cubicBezTo>
                    <a:pt x="1883" y="1204"/>
                    <a:pt x="1326" y="213"/>
                    <a:pt x="1326" y="213"/>
                  </a:cubicBezTo>
                  <a:lnTo>
                    <a:pt x="680" y="1"/>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239;p34">
              <a:extLst>
                <a:ext uri="{FF2B5EF4-FFF2-40B4-BE49-F238E27FC236}">
                  <a16:creationId xmlns:a16="http://schemas.microsoft.com/office/drawing/2014/main" id="{8DCBE21B-EC18-3987-220D-078F059C91A7}"/>
                </a:ext>
              </a:extLst>
            </p:cNvPr>
            <p:cNvSpPr/>
            <p:nvPr/>
          </p:nvSpPr>
          <p:spPr>
            <a:xfrm rot="-1013820" flipH="1">
              <a:off x="7713431" y="2468133"/>
              <a:ext cx="162550" cy="201972"/>
            </a:xfrm>
            <a:custGeom>
              <a:avLst/>
              <a:gdLst/>
              <a:ahLst/>
              <a:cxnLst/>
              <a:rect l="l" t="t" r="r" b="b"/>
              <a:pathLst>
                <a:path w="870" h="1081" extrusionOk="0">
                  <a:moveTo>
                    <a:pt x="557" y="0"/>
                  </a:moveTo>
                  <a:lnTo>
                    <a:pt x="0" y="880"/>
                  </a:lnTo>
                  <a:cubicBezTo>
                    <a:pt x="56" y="1058"/>
                    <a:pt x="246" y="1080"/>
                    <a:pt x="246" y="1080"/>
                  </a:cubicBezTo>
                  <a:lnTo>
                    <a:pt x="869" y="156"/>
                  </a:lnTo>
                  <a:cubicBezTo>
                    <a:pt x="736" y="11"/>
                    <a:pt x="557" y="0"/>
                    <a:pt x="557"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240;p34">
              <a:extLst>
                <a:ext uri="{FF2B5EF4-FFF2-40B4-BE49-F238E27FC236}">
                  <a16:creationId xmlns:a16="http://schemas.microsoft.com/office/drawing/2014/main" id="{0B6B0725-78FB-F371-2C16-833EDA647AF8}"/>
                </a:ext>
              </a:extLst>
            </p:cNvPr>
            <p:cNvSpPr/>
            <p:nvPr/>
          </p:nvSpPr>
          <p:spPr>
            <a:xfrm rot="-1013820" flipH="1">
              <a:off x="7400160" y="2821586"/>
              <a:ext cx="162363" cy="181233"/>
            </a:xfrm>
            <a:custGeom>
              <a:avLst/>
              <a:gdLst/>
              <a:ahLst/>
              <a:cxnLst/>
              <a:rect l="l" t="t" r="r" b="b"/>
              <a:pathLst>
                <a:path w="869" h="970" extrusionOk="0">
                  <a:moveTo>
                    <a:pt x="602" y="1"/>
                  </a:moveTo>
                  <a:lnTo>
                    <a:pt x="0" y="725"/>
                  </a:lnTo>
                  <a:cubicBezTo>
                    <a:pt x="0" y="881"/>
                    <a:pt x="256" y="970"/>
                    <a:pt x="256" y="970"/>
                  </a:cubicBezTo>
                  <a:lnTo>
                    <a:pt x="869" y="190"/>
                  </a:lnTo>
                  <a:cubicBezTo>
                    <a:pt x="824" y="23"/>
                    <a:pt x="602" y="1"/>
                    <a:pt x="602"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241;p34">
              <a:extLst>
                <a:ext uri="{FF2B5EF4-FFF2-40B4-BE49-F238E27FC236}">
                  <a16:creationId xmlns:a16="http://schemas.microsoft.com/office/drawing/2014/main" id="{1A531495-5DF1-68F5-772C-D5C328AFEE53}"/>
                </a:ext>
              </a:extLst>
            </p:cNvPr>
            <p:cNvSpPr/>
            <p:nvPr/>
          </p:nvSpPr>
          <p:spPr>
            <a:xfrm rot="-1013820" flipH="1">
              <a:off x="7015657" y="2909589"/>
              <a:ext cx="551734" cy="366390"/>
            </a:xfrm>
            <a:custGeom>
              <a:avLst/>
              <a:gdLst/>
              <a:ahLst/>
              <a:cxnLst/>
              <a:rect l="l" t="t" r="r" b="b"/>
              <a:pathLst>
                <a:path w="2953" h="1961" extrusionOk="0">
                  <a:moveTo>
                    <a:pt x="2953" y="780"/>
                  </a:moveTo>
                  <a:cubicBezTo>
                    <a:pt x="2953" y="780"/>
                    <a:pt x="1081" y="134"/>
                    <a:pt x="636" y="0"/>
                  </a:cubicBezTo>
                  <a:cubicBezTo>
                    <a:pt x="636" y="0"/>
                    <a:pt x="146" y="557"/>
                    <a:pt x="1" y="813"/>
                  </a:cubicBezTo>
                  <a:cubicBezTo>
                    <a:pt x="1" y="813"/>
                    <a:pt x="1616" y="1961"/>
                    <a:pt x="2206" y="1927"/>
                  </a:cubicBezTo>
                  <a:cubicBezTo>
                    <a:pt x="2797" y="1905"/>
                    <a:pt x="2897" y="1203"/>
                    <a:pt x="2953" y="78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242;p34">
              <a:extLst>
                <a:ext uri="{FF2B5EF4-FFF2-40B4-BE49-F238E27FC236}">
                  <a16:creationId xmlns:a16="http://schemas.microsoft.com/office/drawing/2014/main" id="{F915628D-C254-C460-C391-C081E20A68B5}"/>
                </a:ext>
              </a:extLst>
            </p:cNvPr>
            <p:cNvSpPr/>
            <p:nvPr/>
          </p:nvSpPr>
          <p:spPr>
            <a:xfrm rot="-1013820" flipH="1">
              <a:off x="7070517" y="2984584"/>
              <a:ext cx="508014" cy="283247"/>
            </a:xfrm>
            <a:custGeom>
              <a:avLst/>
              <a:gdLst/>
              <a:ahLst/>
              <a:cxnLst/>
              <a:rect l="l" t="t" r="r" b="b"/>
              <a:pathLst>
                <a:path w="2719" h="1516" extrusionOk="0">
                  <a:moveTo>
                    <a:pt x="1861" y="1059"/>
                  </a:moveTo>
                  <a:cubicBezTo>
                    <a:pt x="1527" y="903"/>
                    <a:pt x="1137" y="792"/>
                    <a:pt x="836" y="558"/>
                  </a:cubicBezTo>
                  <a:cubicBezTo>
                    <a:pt x="625" y="391"/>
                    <a:pt x="435" y="201"/>
                    <a:pt x="257" y="1"/>
                  </a:cubicBezTo>
                  <a:cubicBezTo>
                    <a:pt x="157" y="134"/>
                    <a:pt x="45" y="268"/>
                    <a:pt x="1" y="368"/>
                  </a:cubicBezTo>
                  <a:cubicBezTo>
                    <a:pt x="1" y="368"/>
                    <a:pt x="1616" y="1516"/>
                    <a:pt x="2206" y="1482"/>
                  </a:cubicBezTo>
                  <a:cubicBezTo>
                    <a:pt x="2451" y="1471"/>
                    <a:pt x="2607" y="1349"/>
                    <a:pt x="2719" y="1170"/>
                  </a:cubicBezTo>
                  <a:cubicBezTo>
                    <a:pt x="2451" y="1237"/>
                    <a:pt x="2140" y="1193"/>
                    <a:pt x="1861" y="105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243;p34">
              <a:extLst>
                <a:ext uri="{FF2B5EF4-FFF2-40B4-BE49-F238E27FC236}">
                  <a16:creationId xmlns:a16="http://schemas.microsoft.com/office/drawing/2014/main" id="{223D0CA3-71AD-04D2-9532-0AE060A661F7}"/>
                </a:ext>
              </a:extLst>
            </p:cNvPr>
            <p:cNvSpPr/>
            <p:nvPr/>
          </p:nvSpPr>
          <p:spPr>
            <a:xfrm rot="-1013820" flipH="1">
              <a:off x="7405027" y="2549700"/>
              <a:ext cx="466349" cy="368632"/>
            </a:xfrm>
            <a:custGeom>
              <a:avLst/>
              <a:gdLst/>
              <a:ahLst/>
              <a:cxnLst/>
              <a:rect l="l" t="t" r="r" b="b"/>
              <a:pathLst>
                <a:path w="2496" h="1973" extrusionOk="0">
                  <a:moveTo>
                    <a:pt x="2496" y="1171"/>
                  </a:moveTo>
                  <a:cubicBezTo>
                    <a:pt x="2496" y="1171"/>
                    <a:pt x="1716" y="491"/>
                    <a:pt x="624" y="1"/>
                  </a:cubicBezTo>
                  <a:cubicBezTo>
                    <a:pt x="624" y="1"/>
                    <a:pt x="201" y="435"/>
                    <a:pt x="1" y="925"/>
                  </a:cubicBezTo>
                  <a:cubicBezTo>
                    <a:pt x="1" y="925"/>
                    <a:pt x="970" y="1739"/>
                    <a:pt x="1916" y="1973"/>
                  </a:cubicBezTo>
                  <a:cubicBezTo>
                    <a:pt x="1916" y="1973"/>
                    <a:pt x="2407" y="1449"/>
                    <a:pt x="2496" y="117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244;p34">
              <a:extLst>
                <a:ext uri="{FF2B5EF4-FFF2-40B4-BE49-F238E27FC236}">
                  <a16:creationId xmlns:a16="http://schemas.microsoft.com/office/drawing/2014/main" id="{02267CB5-3B34-0EDD-D584-F24227D121C2}"/>
                </a:ext>
              </a:extLst>
            </p:cNvPr>
            <p:cNvSpPr/>
            <p:nvPr/>
          </p:nvSpPr>
          <p:spPr>
            <a:xfrm rot="-1013820" flipH="1">
              <a:off x="7498401" y="2646252"/>
              <a:ext cx="387316" cy="258211"/>
            </a:xfrm>
            <a:custGeom>
              <a:avLst/>
              <a:gdLst/>
              <a:ahLst/>
              <a:cxnLst/>
              <a:rect l="l" t="t" r="r" b="b"/>
              <a:pathLst>
                <a:path w="2073" h="1382" extrusionOk="0">
                  <a:moveTo>
                    <a:pt x="179" y="0"/>
                  </a:moveTo>
                  <a:cubicBezTo>
                    <a:pt x="112" y="101"/>
                    <a:pt x="45" y="212"/>
                    <a:pt x="1" y="334"/>
                  </a:cubicBezTo>
                  <a:cubicBezTo>
                    <a:pt x="1" y="334"/>
                    <a:pt x="970" y="1148"/>
                    <a:pt x="1916" y="1382"/>
                  </a:cubicBezTo>
                  <a:cubicBezTo>
                    <a:pt x="1916" y="1382"/>
                    <a:pt x="1983" y="1315"/>
                    <a:pt x="2072" y="1214"/>
                  </a:cubicBezTo>
                  <a:cubicBezTo>
                    <a:pt x="1983" y="1203"/>
                    <a:pt x="958" y="936"/>
                    <a:pt x="179" y="0"/>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245;p34">
              <a:extLst>
                <a:ext uri="{FF2B5EF4-FFF2-40B4-BE49-F238E27FC236}">
                  <a16:creationId xmlns:a16="http://schemas.microsoft.com/office/drawing/2014/main" id="{1F9E1CEF-1299-BA67-3B5B-AE2939B4DC25}"/>
                </a:ext>
              </a:extLst>
            </p:cNvPr>
            <p:cNvSpPr/>
            <p:nvPr/>
          </p:nvSpPr>
          <p:spPr>
            <a:xfrm rot="-1013820" flipH="1">
              <a:off x="7723525" y="2262490"/>
              <a:ext cx="651693" cy="306228"/>
            </a:xfrm>
            <a:custGeom>
              <a:avLst/>
              <a:gdLst/>
              <a:ahLst/>
              <a:cxnLst/>
              <a:rect l="l" t="t" r="r" b="b"/>
              <a:pathLst>
                <a:path w="3488" h="1639" extrusionOk="0">
                  <a:moveTo>
                    <a:pt x="3487" y="680"/>
                  </a:moveTo>
                  <a:cubicBezTo>
                    <a:pt x="3487" y="680"/>
                    <a:pt x="2864" y="1"/>
                    <a:pt x="1438" y="23"/>
                  </a:cubicBezTo>
                  <a:cubicBezTo>
                    <a:pt x="1" y="34"/>
                    <a:pt x="101" y="680"/>
                    <a:pt x="736" y="981"/>
                  </a:cubicBezTo>
                  <a:cubicBezTo>
                    <a:pt x="1371" y="1282"/>
                    <a:pt x="2563" y="1594"/>
                    <a:pt x="2897" y="1638"/>
                  </a:cubicBezTo>
                  <a:cubicBezTo>
                    <a:pt x="2897" y="1638"/>
                    <a:pt x="3476" y="825"/>
                    <a:pt x="3487" y="680"/>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246;p34">
              <a:extLst>
                <a:ext uri="{FF2B5EF4-FFF2-40B4-BE49-F238E27FC236}">
                  <a16:creationId xmlns:a16="http://schemas.microsoft.com/office/drawing/2014/main" id="{5E9FDE55-C213-030F-00DF-FE25264BEBA4}"/>
                </a:ext>
              </a:extLst>
            </p:cNvPr>
            <p:cNvSpPr/>
            <p:nvPr/>
          </p:nvSpPr>
          <p:spPr>
            <a:xfrm rot="-1013820" flipH="1">
              <a:off x="7799335" y="2323814"/>
              <a:ext cx="545382" cy="239527"/>
            </a:xfrm>
            <a:custGeom>
              <a:avLst/>
              <a:gdLst/>
              <a:ahLst/>
              <a:cxnLst/>
              <a:rect l="l" t="t" r="r" b="b"/>
              <a:pathLst>
                <a:path w="2919" h="1282" extrusionOk="0">
                  <a:moveTo>
                    <a:pt x="1137" y="590"/>
                  </a:moveTo>
                  <a:cubicBezTo>
                    <a:pt x="769" y="435"/>
                    <a:pt x="402" y="267"/>
                    <a:pt x="123" y="0"/>
                  </a:cubicBezTo>
                  <a:cubicBezTo>
                    <a:pt x="1" y="201"/>
                    <a:pt x="179" y="468"/>
                    <a:pt x="524" y="624"/>
                  </a:cubicBezTo>
                  <a:cubicBezTo>
                    <a:pt x="1159" y="925"/>
                    <a:pt x="2351" y="1237"/>
                    <a:pt x="2685" y="1281"/>
                  </a:cubicBezTo>
                  <a:cubicBezTo>
                    <a:pt x="2685" y="1281"/>
                    <a:pt x="2796" y="1125"/>
                    <a:pt x="2919" y="947"/>
                  </a:cubicBezTo>
                  <a:cubicBezTo>
                    <a:pt x="2317" y="958"/>
                    <a:pt x="1660" y="802"/>
                    <a:pt x="1137" y="59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247;p34">
              <a:extLst>
                <a:ext uri="{FF2B5EF4-FFF2-40B4-BE49-F238E27FC236}">
                  <a16:creationId xmlns:a16="http://schemas.microsoft.com/office/drawing/2014/main" id="{670E03D9-4D55-4836-464B-1AAA96DEF0CA}"/>
                </a:ext>
              </a:extLst>
            </p:cNvPr>
            <p:cNvSpPr/>
            <p:nvPr/>
          </p:nvSpPr>
          <p:spPr>
            <a:xfrm rot="-1013820" flipH="1">
              <a:off x="4664893" y="3790666"/>
              <a:ext cx="1390452" cy="1176149"/>
            </a:xfrm>
            <a:custGeom>
              <a:avLst/>
              <a:gdLst/>
              <a:ahLst/>
              <a:cxnLst/>
              <a:rect l="l" t="t" r="r" b="b"/>
              <a:pathLst>
                <a:path w="7442" h="6295" extrusionOk="0">
                  <a:moveTo>
                    <a:pt x="7441" y="4044"/>
                  </a:moveTo>
                  <a:cubicBezTo>
                    <a:pt x="7441" y="4044"/>
                    <a:pt x="3364" y="2752"/>
                    <a:pt x="1627" y="1"/>
                  </a:cubicBezTo>
                  <a:lnTo>
                    <a:pt x="0" y="1081"/>
                  </a:lnTo>
                  <a:cubicBezTo>
                    <a:pt x="0" y="1081"/>
                    <a:pt x="2317" y="4902"/>
                    <a:pt x="2974" y="6294"/>
                  </a:cubicBezTo>
                  <a:cubicBezTo>
                    <a:pt x="2974" y="6294"/>
                    <a:pt x="5659" y="6083"/>
                    <a:pt x="7441" y="404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248;p34">
              <a:extLst>
                <a:ext uri="{FF2B5EF4-FFF2-40B4-BE49-F238E27FC236}">
                  <a16:creationId xmlns:a16="http://schemas.microsoft.com/office/drawing/2014/main" id="{76F92E6B-7B2F-73DD-5DE1-5D9621C627D4}"/>
                </a:ext>
              </a:extLst>
            </p:cNvPr>
            <p:cNvSpPr/>
            <p:nvPr/>
          </p:nvSpPr>
          <p:spPr>
            <a:xfrm rot="-1013820" flipH="1">
              <a:off x="5027196" y="3888939"/>
              <a:ext cx="1042746" cy="1024062"/>
            </a:xfrm>
            <a:custGeom>
              <a:avLst/>
              <a:gdLst/>
              <a:ahLst/>
              <a:cxnLst/>
              <a:rect l="l" t="t" r="r" b="b"/>
              <a:pathLst>
                <a:path w="5581" h="5481" extrusionOk="0">
                  <a:moveTo>
                    <a:pt x="3721" y="3999"/>
                  </a:moveTo>
                  <a:cubicBezTo>
                    <a:pt x="2351" y="2996"/>
                    <a:pt x="1058" y="1593"/>
                    <a:pt x="390" y="0"/>
                  </a:cubicBezTo>
                  <a:lnTo>
                    <a:pt x="0" y="267"/>
                  </a:lnTo>
                  <a:cubicBezTo>
                    <a:pt x="0" y="267"/>
                    <a:pt x="2317" y="4088"/>
                    <a:pt x="2974" y="5480"/>
                  </a:cubicBezTo>
                  <a:cubicBezTo>
                    <a:pt x="2974" y="5480"/>
                    <a:pt x="4222" y="5380"/>
                    <a:pt x="5581" y="4678"/>
                  </a:cubicBezTo>
                  <a:cubicBezTo>
                    <a:pt x="4946" y="4645"/>
                    <a:pt x="4333" y="4444"/>
                    <a:pt x="3721" y="399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249;p34">
              <a:extLst>
                <a:ext uri="{FF2B5EF4-FFF2-40B4-BE49-F238E27FC236}">
                  <a16:creationId xmlns:a16="http://schemas.microsoft.com/office/drawing/2014/main" id="{F1076CF5-76F8-11A1-4A88-72DC6C84AEFC}"/>
                </a:ext>
              </a:extLst>
            </p:cNvPr>
            <p:cNvSpPr/>
            <p:nvPr/>
          </p:nvSpPr>
          <p:spPr>
            <a:xfrm rot="-1013820" flipH="1">
              <a:off x="4844400" y="3868843"/>
              <a:ext cx="1065914" cy="917938"/>
            </a:xfrm>
            <a:custGeom>
              <a:avLst/>
              <a:gdLst/>
              <a:ahLst/>
              <a:cxnLst/>
              <a:rect l="l" t="t" r="r" b="b"/>
              <a:pathLst>
                <a:path w="5705" h="4913" extrusionOk="0">
                  <a:moveTo>
                    <a:pt x="235" y="1"/>
                  </a:moveTo>
                  <a:lnTo>
                    <a:pt x="1" y="157"/>
                  </a:lnTo>
                  <a:cubicBezTo>
                    <a:pt x="458" y="947"/>
                    <a:pt x="1237" y="1683"/>
                    <a:pt x="1817" y="2306"/>
                  </a:cubicBezTo>
                  <a:cubicBezTo>
                    <a:pt x="2552" y="3097"/>
                    <a:pt x="3354" y="3821"/>
                    <a:pt x="4256" y="4400"/>
                  </a:cubicBezTo>
                  <a:cubicBezTo>
                    <a:pt x="4468" y="4534"/>
                    <a:pt x="4791" y="4701"/>
                    <a:pt x="5092" y="4913"/>
                  </a:cubicBezTo>
                  <a:cubicBezTo>
                    <a:pt x="5292" y="4801"/>
                    <a:pt x="5504" y="4668"/>
                    <a:pt x="5704" y="4523"/>
                  </a:cubicBezTo>
                  <a:cubicBezTo>
                    <a:pt x="4423" y="4011"/>
                    <a:pt x="2752" y="2785"/>
                    <a:pt x="2162" y="2184"/>
                  </a:cubicBezTo>
                  <a:cubicBezTo>
                    <a:pt x="1494" y="1493"/>
                    <a:pt x="792" y="814"/>
                    <a:pt x="235" y="1"/>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250;p34">
              <a:extLst>
                <a:ext uri="{FF2B5EF4-FFF2-40B4-BE49-F238E27FC236}">
                  <a16:creationId xmlns:a16="http://schemas.microsoft.com/office/drawing/2014/main" id="{C741C551-08D4-7DCC-E555-D2D15F8C72BA}"/>
                </a:ext>
              </a:extLst>
            </p:cNvPr>
            <p:cNvSpPr/>
            <p:nvPr/>
          </p:nvSpPr>
          <p:spPr>
            <a:xfrm rot="-1013820" flipH="1">
              <a:off x="5564249" y="2886753"/>
              <a:ext cx="1511150" cy="924103"/>
            </a:xfrm>
            <a:custGeom>
              <a:avLst/>
              <a:gdLst/>
              <a:ahLst/>
              <a:cxnLst/>
              <a:rect l="l" t="t" r="r" b="b"/>
              <a:pathLst>
                <a:path w="8088" h="4946" extrusionOk="0">
                  <a:moveTo>
                    <a:pt x="8088" y="2551"/>
                  </a:moveTo>
                  <a:cubicBezTo>
                    <a:pt x="8088" y="2551"/>
                    <a:pt x="7130" y="1092"/>
                    <a:pt x="6695" y="546"/>
                  </a:cubicBezTo>
                  <a:cubicBezTo>
                    <a:pt x="6261" y="0"/>
                    <a:pt x="2819" y="1571"/>
                    <a:pt x="2819" y="1571"/>
                  </a:cubicBezTo>
                  <a:cubicBezTo>
                    <a:pt x="2819" y="1571"/>
                    <a:pt x="346" y="2306"/>
                    <a:pt x="268" y="2540"/>
                  </a:cubicBezTo>
                  <a:cubicBezTo>
                    <a:pt x="201" y="2763"/>
                    <a:pt x="1" y="3709"/>
                    <a:pt x="513" y="4032"/>
                  </a:cubicBezTo>
                  <a:cubicBezTo>
                    <a:pt x="1037" y="4367"/>
                    <a:pt x="5871" y="4879"/>
                    <a:pt x="6584" y="4912"/>
                  </a:cubicBezTo>
                  <a:cubicBezTo>
                    <a:pt x="7297" y="4946"/>
                    <a:pt x="8088" y="2551"/>
                    <a:pt x="8088" y="2551"/>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251;p34">
              <a:extLst>
                <a:ext uri="{FF2B5EF4-FFF2-40B4-BE49-F238E27FC236}">
                  <a16:creationId xmlns:a16="http://schemas.microsoft.com/office/drawing/2014/main" id="{A9490A3F-14B4-DD3C-71B8-1C183CF6A90A}"/>
                </a:ext>
              </a:extLst>
            </p:cNvPr>
            <p:cNvSpPr/>
            <p:nvPr/>
          </p:nvSpPr>
          <p:spPr>
            <a:xfrm rot="-1013820" flipH="1">
              <a:off x="5709201" y="2994640"/>
              <a:ext cx="684763" cy="553789"/>
            </a:xfrm>
            <a:custGeom>
              <a:avLst/>
              <a:gdLst/>
              <a:ahLst/>
              <a:cxnLst/>
              <a:rect l="l" t="t" r="r" b="b"/>
              <a:pathLst>
                <a:path w="3665" h="2964" extrusionOk="0">
                  <a:moveTo>
                    <a:pt x="0" y="2629"/>
                  </a:moveTo>
                  <a:cubicBezTo>
                    <a:pt x="702" y="2852"/>
                    <a:pt x="1337" y="2963"/>
                    <a:pt x="1972" y="2774"/>
                  </a:cubicBezTo>
                  <a:cubicBezTo>
                    <a:pt x="2919" y="2473"/>
                    <a:pt x="3553" y="1905"/>
                    <a:pt x="3665" y="958"/>
                  </a:cubicBezTo>
                  <a:cubicBezTo>
                    <a:pt x="3509" y="724"/>
                    <a:pt x="3353" y="513"/>
                    <a:pt x="3230" y="368"/>
                  </a:cubicBezTo>
                  <a:cubicBezTo>
                    <a:pt x="2930" y="0"/>
                    <a:pt x="1259" y="602"/>
                    <a:pt x="212" y="1025"/>
                  </a:cubicBezTo>
                  <a:cubicBezTo>
                    <a:pt x="379" y="1448"/>
                    <a:pt x="267" y="2139"/>
                    <a:pt x="0" y="262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252;p34">
              <a:extLst>
                <a:ext uri="{FF2B5EF4-FFF2-40B4-BE49-F238E27FC236}">
                  <a16:creationId xmlns:a16="http://schemas.microsoft.com/office/drawing/2014/main" id="{2231C31B-36C0-1CFA-CDB5-A3C8C01E501B}"/>
                </a:ext>
              </a:extLst>
            </p:cNvPr>
            <p:cNvSpPr/>
            <p:nvPr/>
          </p:nvSpPr>
          <p:spPr>
            <a:xfrm rot="-1013820" flipH="1">
              <a:off x="5733014" y="3492935"/>
              <a:ext cx="1398673" cy="295765"/>
            </a:xfrm>
            <a:custGeom>
              <a:avLst/>
              <a:gdLst/>
              <a:ahLst/>
              <a:cxnLst/>
              <a:rect l="l" t="t" r="r" b="b"/>
              <a:pathLst>
                <a:path w="7486" h="1583" extrusionOk="0">
                  <a:moveTo>
                    <a:pt x="7162" y="469"/>
                  </a:moveTo>
                  <a:cubicBezTo>
                    <a:pt x="6227" y="948"/>
                    <a:pt x="5169" y="1003"/>
                    <a:pt x="4144" y="914"/>
                  </a:cubicBezTo>
                  <a:cubicBezTo>
                    <a:pt x="3542" y="859"/>
                    <a:pt x="2974" y="669"/>
                    <a:pt x="2373" y="569"/>
                  </a:cubicBezTo>
                  <a:cubicBezTo>
                    <a:pt x="1805" y="469"/>
                    <a:pt x="1203" y="491"/>
                    <a:pt x="657" y="291"/>
                  </a:cubicBezTo>
                  <a:cubicBezTo>
                    <a:pt x="434" y="213"/>
                    <a:pt x="201" y="123"/>
                    <a:pt x="0" y="1"/>
                  </a:cubicBezTo>
                  <a:cubicBezTo>
                    <a:pt x="22" y="268"/>
                    <a:pt x="111" y="536"/>
                    <a:pt x="334" y="680"/>
                  </a:cubicBezTo>
                  <a:cubicBezTo>
                    <a:pt x="858" y="1015"/>
                    <a:pt x="5692" y="1527"/>
                    <a:pt x="6405" y="1560"/>
                  </a:cubicBezTo>
                  <a:cubicBezTo>
                    <a:pt x="6795" y="1583"/>
                    <a:pt x="7196" y="903"/>
                    <a:pt x="7486" y="268"/>
                  </a:cubicBezTo>
                  <a:cubicBezTo>
                    <a:pt x="7396" y="335"/>
                    <a:pt x="7285" y="413"/>
                    <a:pt x="7162" y="46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253;p34">
              <a:extLst>
                <a:ext uri="{FF2B5EF4-FFF2-40B4-BE49-F238E27FC236}">
                  <a16:creationId xmlns:a16="http://schemas.microsoft.com/office/drawing/2014/main" id="{08548D11-5858-405C-D8AD-C03E15810877}"/>
                </a:ext>
              </a:extLst>
            </p:cNvPr>
            <p:cNvSpPr/>
            <p:nvPr/>
          </p:nvSpPr>
          <p:spPr>
            <a:xfrm rot="-1013820" flipH="1">
              <a:off x="5920628" y="2933418"/>
              <a:ext cx="1053209" cy="466910"/>
            </a:xfrm>
            <a:custGeom>
              <a:avLst/>
              <a:gdLst/>
              <a:ahLst/>
              <a:cxnLst/>
              <a:rect l="l" t="t" r="r" b="b"/>
              <a:pathLst>
                <a:path w="5637" h="2499" extrusionOk="0">
                  <a:moveTo>
                    <a:pt x="5514" y="0"/>
                  </a:moveTo>
                  <a:cubicBezTo>
                    <a:pt x="5447" y="22"/>
                    <a:pt x="5369" y="34"/>
                    <a:pt x="5303" y="56"/>
                  </a:cubicBezTo>
                  <a:cubicBezTo>
                    <a:pt x="5292" y="56"/>
                    <a:pt x="5269" y="67"/>
                    <a:pt x="5247" y="67"/>
                  </a:cubicBezTo>
                  <a:cubicBezTo>
                    <a:pt x="5214" y="78"/>
                    <a:pt x="5180" y="89"/>
                    <a:pt x="5136" y="100"/>
                  </a:cubicBezTo>
                  <a:cubicBezTo>
                    <a:pt x="5013" y="134"/>
                    <a:pt x="4879" y="167"/>
                    <a:pt x="4746" y="212"/>
                  </a:cubicBezTo>
                  <a:cubicBezTo>
                    <a:pt x="3855" y="501"/>
                    <a:pt x="3086" y="891"/>
                    <a:pt x="3086" y="891"/>
                  </a:cubicBezTo>
                  <a:cubicBezTo>
                    <a:pt x="3086" y="891"/>
                    <a:pt x="2941" y="936"/>
                    <a:pt x="2718" y="992"/>
                  </a:cubicBezTo>
                  <a:cubicBezTo>
                    <a:pt x="2596" y="1047"/>
                    <a:pt x="2529" y="1081"/>
                    <a:pt x="2529" y="1081"/>
                  </a:cubicBezTo>
                  <a:cubicBezTo>
                    <a:pt x="2529" y="1081"/>
                    <a:pt x="257" y="1760"/>
                    <a:pt x="0" y="2016"/>
                  </a:cubicBezTo>
                  <a:cubicBezTo>
                    <a:pt x="56" y="2050"/>
                    <a:pt x="101" y="2083"/>
                    <a:pt x="123" y="2094"/>
                  </a:cubicBezTo>
                  <a:cubicBezTo>
                    <a:pt x="535" y="2393"/>
                    <a:pt x="1099" y="2499"/>
                    <a:pt x="1682" y="2499"/>
                  </a:cubicBezTo>
                  <a:cubicBezTo>
                    <a:pt x="2361" y="2499"/>
                    <a:pt x="3066" y="2356"/>
                    <a:pt x="3587" y="2206"/>
                  </a:cubicBezTo>
                  <a:cubicBezTo>
                    <a:pt x="4334" y="1994"/>
                    <a:pt x="5637" y="936"/>
                    <a:pt x="5514"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254;p34">
              <a:extLst>
                <a:ext uri="{FF2B5EF4-FFF2-40B4-BE49-F238E27FC236}">
                  <a16:creationId xmlns:a16="http://schemas.microsoft.com/office/drawing/2014/main" id="{C127471C-B0B7-B1F2-65F7-97176A468302}"/>
                </a:ext>
              </a:extLst>
            </p:cNvPr>
            <p:cNvSpPr/>
            <p:nvPr/>
          </p:nvSpPr>
          <p:spPr>
            <a:xfrm rot="-1013820" flipH="1">
              <a:off x="5474452" y="3402603"/>
              <a:ext cx="630767" cy="649451"/>
            </a:xfrm>
            <a:custGeom>
              <a:avLst/>
              <a:gdLst/>
              <a:ahLst/>
              <a:cxnLst/>
              <a:rect l="l" t="t" r="r" b="b"/>
              <a:pathLst>
                <a:path w="3376" h="3476" extrusionOk="0">
                  <a:moveTo>
                    <a:pt x="3331" y="1660"/>
                  </a:moveTo>
                  <a:cubicBezTo>
                    <a:pt x="3376" y="2596"/>
                    <a:pt x="2685" y="3386"/>
                    <a:pt x="1772" y="3431"/>
                  </a:cubicBezTo>
                  <a:cubicBezTo>
                    <a:pt x="869" y="3476"/>
                    <a:pt x="90" y="2752"/>
                    <a:pt x="45" y="1816"/>
                  </a:cubicBezTo>
                  <a:cubicBezTo>
                    <a:pt x="0" y="880"/>
                    <a:pt x="702" y="89"/>
                    <a:pt x="1605" y="45"/>
                  </a:cubicBezTo>
                  <a:cubicBezTo>
                    <a:pt x="2518" y="0"/>
                    <a:pt x="3287" y="724"/>
                    <a:pt x="3331" y="1660"/>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255;p34">
              <a:extLst>
                <a:ext uri="{FF2B5EF4-FFF2-40B4-BE49-F238E27FC236}">
                  <a16:creationId xmlns:a16="http://schemas.microsoft.com/office/drawing/2014/main" id="{512C86F9-25E2-FB1B-7145-7D43B109F5D7}"/>
                </a:ext>
              </a:extLst>
            </p:cNvPr>
            <p:cNvSpPr/>
            <p:nvPr/>
          </p:nvSpPr>
          <p:spPr>
            <a:xfrm rot="-1013820" flipH="1">
              <a:off x="5615937" y="3554642"/>
              <a:ext cx="345651" cy="346025"/>
            </a:xfrm>
            <a:custGeom>
              <a:avLst/>
              <a:gdLst/>
              <a:ahLst/>
              <a:cxnLst/>
              <a:rect l="l" t="t" r="r" b="b"/>
              <a:pathLst>
                <a:path w="1850" h="1852" extrusionOk="0">
                  <a:moveTo>
                    <a:pt x="920" y="0"/>
                  </a:moveTo>
                  <a:cubicBezTo>
                    <a:pt x="907" y="0"/>
                    <a:pt x="893" y="1"/>
                    <a:pt x="880" y="1"/>
                  </a:cubicBezTo>
                  <a:cubicBezTo>
                    <a:pt x="379" y="24"/>
                    <a:pt x="0" y="458"/>
                    <a:pt x="22" y="970"/>
                  </a:cubicBezTo>
                  <a:cubicBezTo>
                    <a:pt x="44" y="1469"/>
                    <a:pt x="445" y="1851"/>
                    <a:pt x="928" y="1851"/>
                  </a:cubicBezTo>
                  <a:cubicBezTo>
                    <a:pt x="942" y="1851"/>
                    <a:pt x="955" y="1851"/>
                    <a:pt x="969" y="1850"/>
                  </a:cubicBezTo>
                  <a:cubicBezTo>
                    <a:pt x="1459" y="1828"/>
                    <a:pt x="1849" y="1394"/>
                    <a:pt x="1827" y="881"/>
                  </a:cubicBezTo>
                  <a:cubicBezTo>
                    <a:pt x="1794" y="383"/>
                    <a:pt x="1393" y="0"/>
                    <a:pt x="920"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256;p34">
              <a:extLst>
                <a:ext uri="{FF2B5EF4-FFF2-40B4-BE49-F238E27FC236}">
                  <a16:creationId xmlns:a16="http://schemas.microsoft.com/office/drawing/2014/main" id="{0F0A0DCE-4630-A364-6052-F618D32A79CE}"/>
                </a:ext>
              </a:extLst>
            </p:cNvPr>
            <p:cNvSpPr/>
            <p:nvPr/>
          </p:nvSpPr>
          <p:spPr>
            <a:xfrm rot="-1013820" flipH="1">
              <a:off x="5724272" y="3662799"/>
              <a:ext cx="129105" cy="129479"/>
            </a:xfrm>
            <a:custGeom>
              <a:avLst/>
              <a:gdLst/>
              <a:ahLst/>
              <a:cxnLst/>
              <a:rect l="l" t="t" r="r" b="b"/>
              <a:pathLst>
                <a:path w="691" h="693" extrusionOk="0">
                  <a:moveTo>
                    <a:pt x="344" y="1"/>
                  </a:moveTo>
                  <a:cubicBezTo>
                    <a:pt x="337" y="1"/>
                    <a:pt x="330" y="1"/>
                    <a:pt x="323" y="2"/>
                  </a:cubicBezTo>
                  <a:cubicBezTo>
                    <a:pt x="145" y="13"/>
                    <a:pt x="0" y="169"/>
                    <a:pt x="0" y="358"/>
                  </a:cubicBezTo>
                  <a:cubicBezTo>
                    <a:pt x="11" y="551"/>
                    <a:pt x="167" y="693"/>
                    <a:pt x="337" y="693"/>
                  </a:cubicBezTo>
                  <a:cubicBezTo>
                    <a:pt x="344" y="693"/>
                    <a:pt x="350" y="693"/>
                    <a:pt x="357" y="692"/>
                  </a:cubicBezTo>
                  <a:cubicBezTo>
                    <a:pt x="546" y="681"/>
                    <a:pt x="691" y="525"/>
                    <a:pt x="680" y="336"/>
                  </a:cubicBezTo>
                  <a:cubicBezTo>
                    <a:pt x="669" y="142"/>
                    <a:pt x="524" y="1"/>
                    <a:pt x="344" y="1"/>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257;p34">
              <a:extLst>
                <a:ext uri="{FF2B5EF4-FFF2-40B4-BE49-F238E27FC236}">
                  <a16:creationId xmlns:a16="http://schemas.microsoft.com/office/drawing/2014/main" id="{063FD02C-277B-8D52-0498-A7618F83B149}"/>
                </a:ext>
              </a:extLst>
            </p:cNvPr>
            <p:cNvSpPr/>
            <p:nvPr/>
          </p:nvSpPr>
          <p:spPr>
            <a:xfrm rot="-1013820" flipH="1">
              <a:off x="6187864" y="3443741"/>
              <a:ext cx="755388" cy="289600"/>
            </a:xfrm>
            <a:custGeom>
              <a:avLst/>
              <a:gdLst/>
              <a:ahLst/>
              <a:cxnLst/>
              <a:rect l="l" t="t" r="r" b="b"/>
              <a:pathLst>
                <a:path w="4043" h="1550" extrusionOk="0">
                  <a:moveTo>
                    <a:pt x="279" y="0"/>
                  </a:moveTo>
                  <a:cubicBezTo>
                    <a:pt x="167" y="0"/>
                    <a:pt x="78" y="89"/>
                    <a:pt x="78" y="190"/>
                  </a:cubicBezTo>
                  <a:lnTo>
                    <a:pt x="11" y="1003"/>
                  </a:lnTo>
                  <a:cubicBezTo>
                    <a:pt x="0" y="1114"/>
                    <a:pt x="89" y="1203"/>
                    <a:pt x="201" y="1215"/>
                  </a:cubicBezTo>
                  <a:lnTo>
                    <a:pt x="3798" y="1549"/>
                  </a:lnTo>
                  <a:cubicBezTo>
                    <a:pt x="3804" y="1549"/>
                    <a:pt x="3810" y="1549"/>
                    <a:pt x="3815" y="1549"/>
                  </a:cubicBezTo>
                  <a:cubicBezTo>
                    <a:pt x="3951" y="1549"/>
                    <a:pt x="4042" y="1421"/>
                    <a:pt x="4010" y="1293"/>
                  </a:cubicBezTo>
                  <a:lnTo>
                    <a:pt x="3698" y="201"/>
                  </a:lnTo>
                  <a:cubicBezTo>
                    <a:pt x="3676" y="112"/>
                    <a:pt x="3598" y="56"/>
                    <a:pt x="3509" y="56"/>
                  </a:cubicBezTo>
                  <a:lnTo>
                    <a:pt x="279" y="0"/>
                  </a:ln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258;p34">
              <a:extLst>
                <a:ext uri="{FF2B5EF4-FFF2-40B4-BE49-F238E27FC236}">
                  <a16:creationId xmlns:a16="http://schemas.microsoft.com/office/drawing/2014/main" id="{54E4AF0F-28F1-03F5-4D20-AF4B150A484F}"/>
                </a:ext>
              </a:extLst>
            </p:cNvPr>
            <p:cNvSpPr/>
            <p:nvPr/>
          </p:nvSpPr>
          <p:spPr>
            <a:xfrm rot="-1013820" flipH="1">
              <a:off x="6204509" y="3555801"/>
              <a:ext cx="755388" cy="175068"/>
            </a:xfrm>
            <a:custGeom>
              <a:avLst/>
              <a:gdLst/>
              <a:ahLst/>
              <a:cxnLst/>
              <a:rect l="l" t="t" r="r" b="b"/>
              <a:pathLst>
                <a:path w="4043" h="937" extrusionOk="0">
                  <a:moveTo>
                    <a:pt x="3821" y="0"/>
                  </a:moveTo>
                  <a:cubicBezTo>
                    <a:pt x="3240" y="192"/>
                    <a:pt x="2591" y="279"/>
                    <a:pt x="1947" y="279"/>
                  </a:cubicBezTo>
                  <a:cubicBezTo>
                    <a:pt x="1282" y="279"/>
                    <a:pt x="622" y="186"/>
                    <a:pt x="45" y="22"/>
                  </a:cubicBezTo>
                  <a:lnTo>
                    <a:pt x="11" y="390"/>
                  </a:lnTo>
                  <a:cubicBezTo>
                    <a:pt x="0" y="501"/>
                    <a:pt x="89" y="590"/>
                    <a:pt x="201" y="602"/>
                  </a:cubicBezTo>
                  <a:lnTo>
                    <a:pt x="3798" y="936"/>
                  </a:lnTo>
                  <a:cubicBezTo>
                    <a:pt x="3804" y="936"/>
                    <a:pt x="3810" y="936"/>
                    <a:pt x="3815" y="936"/>
                  </a:cubicBezTo>
                  <a:cubicBezTo>
                    <a:pt x="3951" y="936"/>
                    <a:pt x="4042" y="808"/>
                    <a:pt x="4010" y="680"/>
                  </a:cubicBezTo>
                  <a:lnTo>
                    <a:pt x="3821" y="0"/>
                  </a:ln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259;p34">
              <a:extLst>
                <a:ext uri="{FF2B5EF4-FFF2-40B4-BE49-F238E27FC236}">
                  <a16:creationId xmlns:a16="http://schemas.microsoft.com/office/drawing/2014/main" id="{AA1F8116-4F2B-4794-5B70-A713E4A80FEC}"/>
                </a:ext>
              </a:extLst>
            </p:cNvPr>
            <p:cNvSpPr/>
            <p:nvPr/>
          </p:nvSpPr>
          <p:spPr>
            <a:xfrm rot="-1013820" flipH="1">
              <a:off x="7834571" y="2430002"/>
              <a:ext cx="112477" cy="108740"/>
            </a:xfrm>
            <a:custGeom>
              <a:avLst/>
              <a:gdLst/>
              <a:ahLst/>
              <a:cxnLst/>
              <a:rect l="l" t="t" r="r" b="b"/>
              <a:pathLst>
                <a:path w="602" h="582" extrusionOk="0">
                  <a:moveTo>
                    <a:pt x="310" y="1"/>
                  </a:moveTo>
                  <a:cubicBezTo>
                    <a:pt x="303" y="1"/>
                    <a:pt x="297" y="1"/>
                    <a:pt x="290" y="2"/>
                  </a:cubicBezTo>
                  <a:cubicBezTo>
                    <a:pt x="123" y="13"/>
                    <a:pt x="0" y="146"/>
                    <a:pt x="11" y="302"/>
                  </a:cubicBezTo>
                  <a:cubicBezTo>
                    <a:pt x="22" y="462"/>
                    <a:pt x="145" y="582"/>
                    <a:pt x="302" y="582"/>
                  </a:cubicBezTo>
                  <a:cubicBezTo>
                    <a:pt x="309" y="582"/>
                    <a:pt x="316" y="581"/>
                    <a:pt x="323" y="581"/>
                  </a:cubicBezTo>
                  <a:cubicBezTo>
                    <a:pt x="479" y="581"/>
                    <a:pt x="602" y="436"/>
                    <a:pt x="602" y="280"/>
                  </a:cubicBezTo>
                  <a:cubicBezTo>
                    <a:pt x="591" y="120"/>
                    <a:pt x="458" y="1"/>
                    <a:pt x="310"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260;p34">
              <a:extLst>
                <a:ext uri="{FF2B5EF4-FFF2-40B4-BE49-F238E27FC236}">
                  <a16:creationId xmlns:a16="http://schemas.microsoft.com/office/drawing/2014/main" id="{CBCC7AC2-0594-3CD6-C320-4246A09A3FF8}"/>
                </a:ext>
              </a:extLst>
            </p:cNvPr>
            <p:cNvSpPr/>
            <p:nvPr/>
          </p:nvSpPr>
          <p:spPr>
            <a:xfrm rot="-1013820" flipH="1">
              <a:off x="7853527" y="2448645"/>
              <a:ext cx="75109" cy="73241"/>
            </a:xfrm>
            <a:custGeom>
              <a:avLst/>
              <a:gdLst/>
              <a:ahLst/>
              <a:cxnLst/>
              <a:rect l="l" t="t" r="r" b="b"/>
              <a:pathLst>
                <a:path w="402" h="392" extrusionOk="0">
                  <a:moveTo>
                    <a:pt x="209" y="1"/>
                  </a:moveTo>
                  <a:cubicBezTo>
                    <a:pt x="203" y="1"/>
                    <a:pt x="196" y="1"/>
                    <a:pt x="190" y="2"/>
                  </a:cubicBezTo>
                  <a:cubicBezTo>
                    <a:pt x="90" y="2"/>
                    <a:pt x="1" y="91"/>
                    <a:pt x="12" y="202"/>
                  </a:cubicBezTo>
                  <a:cubicBezTo>
                    <a:pt x="12" y="314"/>
                    <a:pt x="101" y="392"/>
                    <a:pt x="212" y="392"/>
                  </a:cubicBezTo>
                  <a:cubicBezTo>
                    <a:pt x="324" y="381"/>
                    <a:pt x="402" y="291"/>
                    <a:pt x="402" y="180"/>
                  </a:cubicBezTo>
                  <a:cubicBezTo>
                    <a:pt x="391" y="86"/>
                    <a:pt x="311" y="1"/>
                    <a:pt x="209"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261;p34">
              <a:extLst>
                <a:ext uri="{FF2B5EF4-FFF2-40B4-BE49-F238E27FC236}">
                  <a16:creationId xmlns:a16="http://schemas.microsoft.com/office/drawing/2014/main" id="{49F2A86E-6DF7-B9EC-3E8C-595AEA2712DF}"/>
                </a:ext>
              </a:extLst>
            </p:cNvPr>
            <p:cNvSpPr/>
            <p:nvPr/>
          </p:nvSpPr>
          <p:spPr>
            <a:xfrm rot="-1013820" flipH="1">
              <a:off x="7489614" y="2769669"/>
              <a:ext cx="112664" cy="108740"/>
            </a:xfrm>
            <a:custGeom>
              <a:avLst/>
              <a:gdLst/>
              <a:ahLst/>
              <a:cxnLst/>
              <a:rect l="l" t="t" r="r" b="b"/>
              <a:pathLst>
                <a:path w="603" h="582" extrusionOk="0">
                  <a:moveTo>
                    <a:pt x="310" y="1"/>
                  </a:moveTo>
                  <a:cubicBezTo>
                    <a:pt x="304" y="1"/>
                    <a:pt x="297" y="1"/>
                    <a:pt x="291" y="2"/>
                  </a:cubicBezTo>
                  <a:cubicBezTo>
                    <a:pt x="124" y="2"/>
                    <a:pt x="1" y="146"/>
                    <a:pt x="12" y="302"/>
                  </a:cubicBezTo>
                  <a:cubicBezTo>
                    <a:pt x="12" y="462"/>
                    <a:pt x="145" y="582"/>
                    <a:pt x="293" y="582"/>
                  </a:cubicBezTo>
                  <a:cubicBezTo>
                    <a:pt x="300" y="582"/>
                    <a:pt x="306" y="581"/>
                    <a:pt x="313" y="581"/>
                  </a:cubicBezTo>
                  <a:cubicBezTo>
                    <a:pt x="480" y="570"/>
                    <a:pt x="603" y="436"/>
                    <a:pt x="591" y="280"/>
                  </a:cubicBezTo>
                  <a:cubicBezTo>
                    <a:pt x="591" y="120"/>
                    <a:pt x="459" y="1"/>
                    <a:pt x="310"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262;p34">
              <a:extLst>
                <a:ext uri="{FF2B5EF4-FFF2-40B4-BE49-F238E27FC236}">
                  <a16:creationId xmlns:a16="http://schemas.microsoft.com/office/drawing/2014/main" id="{6C6050B2-6E81-5893-1896-2F5A9F03017E}"/>
                </a:ext>
              </a:extLst>
            </p:cNvPr>
            <p:cNvSpPr/>
            <p:nvPr/>
          </p:nvSpPr>
          <p:spPr>
            <a:xfrm rot="-1013820" flipH="1">
              <a:off x="7508030" y="2786552"/>
              <a:ext cx="75109" cy="73241"/>
            </a:xfrm>
            <a:custGeom>
              <a:avLst/>
              <a:gdLst/>
              <a:ahLst/>
              <a:cxnLst/>
              <a:rect l="l" t="t" r="r" b="b"/>
              <a:pathLst>
                <a:path w="402" h="392" extrusionOk="0">
                  <a:moveTo>
                    <a:pt x="190" y="1"/>
                  </a:moveTo>
                  <a:cubicBezTo>
                    <a:pt x="78" y="12"/>
                    <a:pt x="0" y="101"/>
                    <a:pt x="0" y="212"/>
                  </a:cubicBezTo>
                  <a:cubicBezTo>
                    <a:pt x="11" y="307"/>
                    <a:pt x="91" y="392"/>
                    <a:pt x="193" y="392"/>
                  </a:cubicBezTo>
                  <a:cubicBezTo>
                    <a:pt x="199" y="392"/>
                    <a:pt x="206" y="391"/>
                    <a:pt x="212" y="391"/>
                  </a:cubicBezTo>
                  <a:cubicBezTo>
                    <a:pt x="312" y="391"/>
                    <a:pt x="401" y="301"/>
                    <a:pt x="390" y="190"/>
                  </a:cubicBezTo>
                  <a:cubicBezTo>
                    <a:pt x="390" y="79"/>
                    <a:pt x="301" y="1"/>
                    <a:pt x="190"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263;p34">
              <a:extLst>
                <a:ext uri="{FF2B5EF4-FFF2-40B4-BE49-F238E27FC236}">
                  <a16:creationId xmlns:a16="http://schemas.microsoft.com/office/drawing/2014/main" id="{27BD18EB-926D-5E6A-9305-523C70D3F096}"/>
                </a:ext>
              </a:extLst>
            </p:cNvPr>
            <p:cNvSpPr/>
            <p:nvPr/>
          </p:nvSpPr>
          <p:spPr>
            <a:xfrm rot="-1013820" flipH="1">
              <a:off x="7079132" y="3103484"/>
              <a:ext cx="145921" cy="141810"/>
            </a:xfrm>
            <a:custGeom>
              <a:avLst/>
              <a:gdLst/>
              <a:ahLst/>
              <a:cxnLst/>
              <a:rect l="l" t="t" r="r" b="b"/>
              <a:pathLst>
                <a:path w="781" h="759" extrusionOk="0">
                  <a:moveTo>
                    <a:pt x="368" y="0"/>
                  </a:moveTo>
                  <a:cubicBezTo>
                    <a:pt x="168" y="11"/>
                    <a:pt x="1" y="190"/>
                    <a:pt x="12" y="401"/>
                  </a:cubicBezTo>
                  <a:cubicBezTo>
                    <a:pt x="23" y="606"/>
                    <a:pt x="190" y="758"/>
                    <a:pt x="392" y="758"/>
                  </a:cubicBezTo>
                  <a:cubicBezTo>
                    <a:pt x="399" y="758"/>
                    <a:pt x="406" y="758"/>
                    <a:pt x="413" y="758"/>
                  </a:cubicBezTo>
                  <a:cubicBezTo>
                    <a:pt x="614" y="747"/>
                    <a:pt x="781" y="579"/>
                    <a:pt x="769" y="368"/>
                  </a:cubicBezTo>
                  <a:cubicBezTo>
                    <a:pt x="758" y="156"/>
                    <a:pt x="580" y="0"/>
                    <a:pt x="368"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264;p34">
              <a:extLst>
                <a:ext uri="{FF2B5EF4-FFF2-40B4-BE49-F238E27FC236}">
                  <a16:creationId xmlns:a16="http://schemas.microsoft.com/office/drawing/2014/main" id="{B99C75FE-E20A-22B8-67CE-4EE22ED91339}"/>
                </a:ext>
              </a:extLst>
            </p:cNvPr>
            <p:cNvSpPr/>
            <p:nvPr/>
          </p:nvSpPr>
          <p:spPr>
            <a:xfrm rot="-1013820" flipH="1">
              <a:off x="7104440" y="3128293"/>
              <a:ext cx="95848" cy="93980"/>
            </a:xfrm>
            <a:custGeom>
              <a:avLst/>
              <a:gdLst/>
              <a:ahLst/>
              <a:cxnLst/>
              <a:rect l="l" t="t" r="r" b="b"/>
              <a:pathLst>
                <a:path w="513" h="503" extrusionOk="0">
                  <a:moveTo>
                    <a:pt x="264" y="0"/>
                  </a:moveTo>
                  <a:cubicBezTo>
                    <a:pt x="258" y="0"/>
                    <a:pt x="252" y="0"/>
                    <a:pt x="246" y="1"/>
                  </a:cubicBezTo>
                  <a:cubicBezTo>
                    <a:pt x="101" y="1"/>
                    <a:pt x="1" y="123"/>
                    <a:pt x="1" y="268"/>
                  </a:cubicBezTo>
                  <a:cubicBezTo>
                    <a:pt x="11" y="396"/>
                    <a:pt x="123" y="503"/>
                    <a:pt x="249" y="503"/>
                  </a:cubicBezTo>
                  <a:cubicBezTo>
                    <a:pt x="256" y="503"/>
                    <a:pt x="262" y="503"/>
                    <a:pt x="268" y="502"/>
                  </a:cubicBezTo>
                  <a:cubicBezTo>
                    <a:pt x="413" y="491"/>
                    <a:pt x="513" y="380"/>
                    <a:pt x="513" y="235"/>
                  </a:cubicBezTo>
                  <a:cubicBezTo>
                    <a:pt x="502" y="107"/>
                    <a:pt x="390" y="0"/>
                    <a:pt x="264"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265;p34">
              <a:extLst>
                <a:ext uri="{FF2B5EF4-FFF2-40B4-BE49-F238E27FC236}">
                  <a16:creationId xmlns:a16="http://schemas.microsoft.com/office/drawing/2014/main" id="{665B6A8B-0585-627E-AB09-FBC3BE34517F}"/>
                </a:ext>
              </a:extLst>
            </p:cNvPr>
            <p:cNvSpPr/>
            <p:nvPr/>
          </p:nvSpPr>
          <p:spPr>
            <a:xfrm rot="-1013820" flipH="1">
              <a:off x="6308421" y="2587892"/>
              <a:ext cx="297634" cy="329023"/>
            </a:xfrm>
            <a:custGeom>
              <a:avLst/>
              <a:gdLst/>
              <a:ahLst/>
              <a:cxnLst/>
              <a:rect l="l" t="t" r="r" b="b"/>
              <a:pathLst>
                <a:path w="1593" h="1761" extrusionOk="0">
                  <a:moveTo>
                    <a:pt x="980" y="1"/>
                  </a:moveTo>
                  <a:lnTo>
                    <a:pt x="0" y="1293"/>
                  </a:lnTo>
                  <a:lnTo>
                    <a:pt x="356" y="1760"/>
                  </a:lnTo>
                  <a:lnTo>
                    <a:pt x="1593" y="123"/>
                  </a:lnTo>
                  <a:cubicBezTo>
                    <a:pt x="1593" y="123"/>
                    <a:pt x="1192" y="45"/>
                    <a:pt x="980"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266;p34">
              <a:extLst>
                <a:ext uri="{FF2B5EF4-FFF2-40B4-BE49-F238E27FC236}">
                  <a16:creationId xmlns:a16="http://schemas.microsoft.com/office/drawing/2014/main" id="{1461420E-A4B7-E970-BA8D-C294C25CE3DD}"/>
                </a:ext>
              </a:extLst>
            </p:cNvPr>
            <p:cNvSpPr/>
            <p:nvPr/>
          </p:nvSpPr>
          <p:spPr>
            <a:xfrm rot="-1013820" flipH="1">
              <a:off x="5627766" y="2702371"/>
              <a:ext cx="992860" cy="728670"/>
            </a:xfrm>
            <a:custGeom>
              <a:avLst/>
              <a:gdLst/>
              <a:ahLst/>
              <a:cxnLst/>
              <a:rect l="l" t="t" r="r" b="b"/>
              <a:pathLst>
                <a:path w="5314" h="3900" extrusionOk="0">
                  <a:moveTo>
                    <a:pt x="2117" y="3643"/>
                  </a:moveTo>
                  <a:cubicBezTo>
                    <a:pt x="2774" y="3755"/>
                    <a:pt x="3442" y="3899"/>
                    <a:pt x="4077" y="3487"/>
                  </a:cubicBezTo>
                  <a:cubicBezTo>
                    <a:pt x="4846" y="2986"/>
                    <a:pt x="5314" y="2340"/>
                    <a:pt x="4612" y="1616"/>
                  </a:cubicBezTo>
                  <a:cubicBezTo>
                    <a:pt x="4456" y="1505"/>
                    <a:pt x="4255" y="1404"/>
                    <a:pt x="3977" y="1337"/>
                  </a:cubicBezTo>
                  <a:cubicBezTo>
                    <a:pt x="3297" y="1159"/>
                    <a:pt x="1493" y="1"/>
                    <a:pt x="1148" y="79"/>
                  </a:cubicBezTo>
                  <a:cubicBezTo>
                    <a:pt x="1148" y="79"/>
                    <a:pt x="0" y="1560"/>
                    <a:pt x="22" y="1738"/>
                  </a:cubicBezTo>
                  <a:cubicBezTo>
                    <a:pt x="45" y="1906"/>
                    <a:pt x="1114" y="3287"/>
                    <a:pt x="2117" y="3643"/>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267;p34">
              <a:extLst>
                <a:ext uri="{FF2B5EF4-FFF2-40B4-BE49-F238E27FC236}">
                  <a16:creationId xmlns:a16="http://schemas.microsoft.com/office/drawing/2014/main" id="{F378D017-4484-FB3D-5381-4F5AA8FF883F}"/>
                </a:ext>
              </a:extLst>
            </p:cNvPr>
            <p:cNvSpPr/>
            <p:nvPr/>
          </p:nvSpPr>
          <p:spPr>
            <a:xfrm rot="-1013820" flipH="1">
              <a:off x="5751913" y="2921826"/>
              <a:ext cx="897199" cy="491385"/>
            </a:xfrm>
            <a:custGeom>
              <a:avLst/>
              <a:gdLst/>
              <a:ahLst/>
              <a:cxnLst/>
              <a:rect l="l" t="t" r="r" b="b"/>
              <a:pathLst>
                <a:path w="4802" h="2630" extrusionOk="0">
                  <a:moveTo>
                    <a:pt x="2473" y="1783"/>
                  </a:moveTo>
                  <a:cubicBezTo>
                    <a:pt x="1482" y="1415"/>
                    <a:pt x="780" y="803"/>
                    <a:pt x="257" y="1"/>
                  </a:cubicBezTo>
                  <a:cubicBezTo>
                    <a:pt x="101" y="223"/>
                    <a:pt x="0" y="413"/>
                    <a:pt x="0" y="468"/>
                  </a:cubicBezTo>
                  <a:cubicBezTo>
                    <a:pt x="23" y="636"/>
                    <a:pt x="1092" y="2017"/>
                    <a:pt x="2095" y="2373"/>
                  </a:cubicBezTo>
                  <a:cubicBezTo>
                    <a:pt x="2752" y="2485"/>
                    <a:pt x="3420" y="2629"/>
                    <a:pt x="4055" y="2217"/>
                  </a:cubicBezTo>
                  <a:cubicBezTo>
                    <a:pt x="4378" y="2006"/>
                    <a:pt x="4645" y="1772"/>
                    <a:pt x="4801" y="1516"/>
                  </a:cubicBezTo>
                  <a:cubicBezTo>
                    <a:pt x="4155" y="1972"/>
                    <a:pt x="3286" y="2073"/>
                    <a:pt x="2473" y="1783"/>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268;p34">
              <a:extLst>
                <a:ext uri="{FF2B5EF4-FFF2-40B4-BE49-F238E27FC236}">
                  <a16:creationId xmlns:a16="http://schemas.microsoft.com/office/drawing/2014/main" id="{D3143AFE-8E7C-CF79-83C3-81DDB9B5B33E}"/>
                </a:ext>
              </a:extLst>
            </p:cNvPr>
            <p:cNvSpPr/>
            <p:nvPr/>
          </p:nvSpPr>
          <p:spPr>
            <a:xfrm rot="-1013820" flipH="1">
              <a:off x="5793221" y="2825940"/>
              <a:ext cx="714097" cy="480922"/>
            </a:xfrm>
            <a:custGeom>
              <a:avLst/>
              <a:gdLst/>
              <a:ahLst/>
              <a:cxnLst/>
              <a:rect l="l" t="t" r="r" b="b"/>
              <a:pathLst>
                <a:path w="3822" h="2574" extrusionOk="0">
                  <a:moveTo>
                    <a:pt x="68" y="1"/>
                  </a:moveTo>
                  <a:cubicBezTo>
                    <a:pt x="45" y="34"/>
                    <a:pt x="23" y="67"/>
                    <a:pt x="1" y="90"/>
                  </a:cubicBezTo>
                  <a:cubicBezTo>
                    <a:pt x="302" y="379"/>
                    <a:pt x="1193" y="1226"/>
                    <a:pt x="1627" y="1571"/>
                  </a:cubicBezTo>
                  <a:cubicBezTo>
                    <a:pt x="2128" y="1972"/>
                    <a:pt x="2641" y="2329"/>
                    <a:pt x="3755" y="2574"/>
                  </a:cubicBezTo>
                  <a:cubicBezTo>
                    <a:pt x="3777" y="2563"/>
                    <a:pt x="3788" y="2551"/>
                    <a:pt x="3810" y="2529"/>
                  </a:cubicBezTo>
                  <a:lnTo>
                    <a:pt x="3822" y="2473"/>
                  </a:lnTo>
                  <a:cubicBezTo>
                    <a:pt x="2696" y="2228"/>
                    <a:pt x="2195" y="1883"/>
                    <a:pt x="1694" y="1482"/>
                  </a:cubicBezTo>
                  <a:cubicBezTo>
                    <a:pt x="1260" y="1137"/>
                    <a:pt x="357" y="279"/>
                    <a:pt x="68"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269;p34">
              <a:extLst>
                <a:ext uri="{FF2B5EF4-FFF2-40B4-BE49-F238E27FC236}">
                  <a16:creationId xmlns:a16="http://schemas.microsoft.com/office/drawing/2014/main" id="{774AE149-0A31-B888-7EAD-8A1EAF574868}"/>
                </a:ext>
              </a:extLst>
            </p:cNvPr>
            <p:cNvSpPr/>
            <p:nvPr/>
          </p:nvSpPr>
          <p:spPr>
            <a:xfrm rot="-1013820" flipH="1">
              <a:off x="6324972" y="2130206"/>
              <a:ext cx="772391" cy="624601"/>
            </a:xfrm>
            <a:custGeom>
              <a:avLst/>
              <a:gdLst/>
              <a:ahLst/>
              <a:cxnLst/>
              <a:rect l="l" t="t" r="r" b="b"/>
              <a:pathLst>
                <a:path w="4134" h="3343" extrusionOk="0">
                  <a:moveTo>
                    <a:pt x="4133" y="2006"/>
                  </a:moveTo>
                  <a:cubicBezTo>
                    <a:pt x="4133" y="2006"/>
                    <a:pt x="3710" y="1560"/>
                    <a:pt x="2953" y="1226"/>
                  </a:cubicBezTo>
                  <a:cubicBezTo>
                    <a:pt x="2195" y="881"/>
                    <a:pt x="1371" y="1"/>
                    <a:pt x="847" y="146"/>
                  </a:cubicBezTo>
                  <a:cubicBezTo>
                    <a:pt x="758" y="168"/>
                    <a:pt x="692" y="201"/>
                    <a:pt x="625" y="246"/>
                  </a:cubicBezTo>
                  <a:cubicBezTo>
                    <a:pt x="1" y="747"/>
                    <a:pt x="614" y="2351"/>
                    <a:pt x="1661" y="2596"/>
                  </a:cubicBezTo>
                  <a:cubicBezTo>
                    <a:pt x="2451" y="2786"/>
                    <a:pt x="2797" y="3309"/>
                    <a:pt x="3109" y="3342"/>
                  </a:cubicBezTo>
                  <a:cubicBezTo>
                    <a:pt x="3109" y="3342"/>
                    <a:pt x="3900" y="2696"/>
                    <a:pt x="4133" y="2006"/>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270;p34">
              <a:extLst>
                <a:ext uri="{FF2B5EF4-FFF2-40B4-BE49-F238E27FC236}">
                  <a16:creationId xmlns:a16="http://schemas.microsoft.com/office/drawing/2014/main" id="{38D13248-EA36-430C-896D-47D741480887}"/>
                </a:ext>
              </a:extLst>
            </p:cNvPr>
            <p:cNvSpPr/>
            <p:nvPr/>
          </p:nvSpPr>
          <p:spPr>
            <a:xfrm rot="-1013820" flipH="1">
              <a:off x="6473398" y="2191099"/>
              <a:ext cx="607973" cy="545382"/>
            </a:xfrm>
            <a:custGeom>
              <a:avLst/>
              <a:gdLst/>
              <a:ahLst/>
              <a:cxnLst/>
              <a:rect l="l" t="t" r="r" b="b"/>
              <a:pathLst>
                <a:path w="3254" h="2919" extrusionOk="0">
                  <a:moveTo>
                    <a:pt x="2997" y="2896"/>
                  </a:moveTo>
                  <a:cubicBezTo>
                    <a:pt x="3030" y="2863"/>
                    <a:pt x="3131" y="2774"/>
                    <a:pt x="3253" y="2651"/>
                  </a:cubicBezTo>
                  <a:lnTo>
                    <a:pt x="3253" y="2651"/>
                  </a:lnTo>
                  <a:cubicBezTo>
                    <a:pt x="2863" y="2362"/>
                    <a:pt x="2485" y="1949"/>
                    <a:pt x="2240" y="1816"/>
                  </a:cubicBezTo>
                  <a:cubicBezTo>
                    <a:pt x="1805" y="1571"/>
                    <a:pt x="1204" y="1437"/>
                    <a:pt x="881" y="1025"/>
                  </a:cubicBezTo>
                  <a:cubicBezTo>
                    <a:pt x="669" y="758"/>
                    <a:pt x="435" y="423"/>
                    <a:pt x="346" y="0"/>
                  </a:cubicBezTo>
                  <a:cubicBezTo>
                    <a:pt x="1" y="635"/>
                    <a:pt x="591" y="1949"/>
                    <a:pt x="1527" y="2172"/>
                  </a:cubicBezTo>
                  <a:cubicBezTo>
                    <a:pt x="2317" y="2362"/>
                    <a:pt x="2674" y="2885"/>
                    <a:pt x="2975" y="2918"/>
                  </a:cubicBezTo>
                  <a:cubicBezTo>
                    <a:pt x="2975" y="2918"/>
                    <a:pt x="2975" y="2907"/>
                    <a:pt x="2997" y="289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271;p34">
              <a:extLst>
                <a:ext uri="{FF2B5EF4-FFF2-40B4-BE49-F238E27FC236}">
                  <a16:creationId xmlns:a16="http://schemas.microsoft.com/office/drawing/2014/main" id="{B15E097C-1CC0-B6B8-60BA-76F903E6A148}"/>
                </a:ext>
              </a:extLst>
            </p:cNvPr>
            <p:cNvSpPr/>
            <p:nvPr/>
          </p:nvSpPr>
          <p:spPr>
            <a:xfrm rot="-1013820" flipH="1">
              <a:off x="6263717" y="2771300"/>
              <a:ext cx="154142" cy="148163"/>
            </a:xfrm>
            <a:custGeom>
              <a:avLst/>
              <a:gdLst/>
              <a:ahLst/>
              <a:cxnLst/>
              <a:rect l="l" t="t" r="r" b="b"/>
              <a:pathLst>
                <a:path w="825" h="793" extrusionOk="0">
                  <a:moveTo>
                    <a:pt x="411" y="1"/>
                  </a:moveTo>
                  <a:cubicBezTo>
                    <a:pt x="404" y="1"/>
                    <a:pt x="397" y="1"/>
                    <a:pt x="390" y="1"/>
                  </a:cubicBezTo>
                  <a:cubicBezTo>
                    <a:pt x="178" y="12"/>
                    <a:pt x="0" y="191"/>
                    <a:pt x="11" y="413"/>
                  </a:cubicBezTo>
                  <a:cubicBezTo>
                    <a:pt x="22" y="629"/>
                    <a:pt x="200" y="793"/>
                    <a:pt x="413" y="793"/>
                  </a:cubicBezTo>
                  <a:cubicBezTo>
                    <a:pt x="420" y="793"/>
                    <a:pt x="427" y="792"/>
                    <a:pt x="434" y="792"/>
                  </a:cubicBezTo>
                  <a:cubicBezTo>
                    <a:pt x="646" y="781"/>
                    <a:pt x="824" y="592"/>
                    <a:pt x="813" y="380"/>
                  </a:cubicBezTo>
                  <a:cubicBezTo>
                    <a:pt x="802" y="164"/>
                    <a:pt x="624" y="1"/>
                    <a:pt x="411"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272;p34">
              <a:extLst>
                <a:ext uri="{FF2B5EF4-FFF2-40B4-BE49-F238E27FC236}">
                  <a16:creationId xmlns:a16="http://schemas.microsoft.com/office/drawing/2014/main" id="{09BDC423-DC61-E95A-257A-A2E64E7C9624}"/>
                </a:ext>
              </a:extLst>
            </p:cNvPr>
            <p:cNvSpPr/>
            <p:nvPr/>
          </p:nvSpPr>
          <p:spPr>
            <a:xfrm rot="-1013820" flipH="1">
              <a:off x="6290831" y="2796305"/>
              <a:ext cx="100145" cy="98277"/>
            </a:xfrm>
            <a:custGeom>
              <a:avLst/>
              <a:gdLst/>
              <a:ahLst/>
              <a:cxnLst/>
              <a:rect l="l" t="t" r="r" b="b"/>
              <a:pathLst>
                <a:path w="536" h="526" extrusionOk="0">
                  <a:moveTo>
                    <a:pt x="277" y="0"/>
                  </a:moveTo>
                  <a:cubicBezTo>
                    <a:pt x="270" y="0"/>
                    <a:pt x="264" y="0"/>
                    <a:pt x="257" y="1"/>
                  </a:cubicBezTo>
                  <a:cubicBezTo>
                    <a:pt x="112" y="1"/>
                    <a:pt x="1" y="123"/>
                    <a:pt x="1" y="268"/>
                  </a:cubicBezTo>
                  <a:cubicBezTo>
                    <a:pt x="12" y="407"/>
                    <a:pt x="124" y="525"/>
                    <a:pt x="261" y="525"/>
                  </a:cubicBezTo>
                  <a:cubicBezTo>
                    <a:pt x="267" y="525"/>
                    <a:pt x="273" y="525"/>
                    <a:pt x="279" y="524"/>
                  </a:cubicBezTo>
                  <a:cubicBezTo>
                    <a:pt x="424" y="513"/>
                    <a:pt x="536" y="391"/>
                    <a:pt x="536" y="246"/>
                  </a:cubicBezTo>
                  <a:cubicBezTo>
                    <a:pt x="525" y="108"/>
                    <a:pt x="413" y="0"/>
                    <a:pt x="277"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273;p34">
              <a:extLst>
                <a:ext uri="{FF2B5EF4-FFF2-40B4-BE49-F238E27FC236}">
                  <a16:creationId xmlns:a16="http://schemas.microsoft.com/office/drawing/2014/main" id="{2F8CFD56-D554-5D66-662F-AF9B50F3505D}"/>
                </a:ext>
              </a:extLst>
            </p:cNvPr>
            <p:cNvSpPr/>
            <p:nvPr/>
          </p:nvSpPr>
          <p:spPr>
            <a:xfrm rot="-1013820" flipH="1">
              <a:off x="6675964" y="2220832"/>
              <a:ext cx="241582" cy="297821"/>
            </a:xfrm>
            <a:custGeom>
              <a:avLst/>
              <a:gdLst/>
              <a:ahLst/>
              <a:cxnLst/>
              <a:rect l="l" t="t" r="r" b="b"/>
              <a:pathLst>
                <a:path w="1293" h="1594" extrusionOk="0">
                  <a:moveTo>
                    <a:pt x="1137" y="1"/>
                  </a:moveTo>
                  <a:cubicBezTo>
                    <a:pt x="870" y="90"/>
                    <a:pt x="591" y="235"/>
                    <a:pt x="379" y="469"/>
                  </a:cubicBezTo>
                  <a:cubicBezTo>
                    <a:pt x="146" y="725"/>
                    <a:pt x="23" y="1059"/>
                    <a:pt x="1" y="1449"/>
                  </a:cubicBezTo>
                  <a:cubicBezTo>
                    <a:pt x="45" y="1504"/>
                    <a:pt x="90" y="1549"/>
                    <a:pt x="134" y="1594"/>
                  </a:cubicBezTo>
                  <a:cubicBezTo>
                    <a:pt x="134" y="1170"/>
                    <a:pt x="246" y="825"/>
                    <a:pt x="480" y="569"/>
                  </a:cubicBezTo>
                  <a:cubicBezTo>
                    <a:pt x="703" y="324"/>
                    <a:pt x="1003" y="190"/>
                    <a:pt x="1293" y="101"/>
                  </a:cubicBezTo>
                  <a:cubicBezTo>
                    <a:pt x="1237" y="68"/>
                    <a:pt x="1193" y="34"/>
                    <a:pt x="1137"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5" name="Google Shape;274;p34">
              <a:extLst>
                <a:ext uri="{FF2B5EF4-FFF2-40B4-BE49-F238E27FC236}">
                  <a16:creationId xmlns:a16="http://schemas.microsoft.com/office/drawing/2014/main" id="{5D129D6D-90CC-B5C4-52EA-19162D451318}"/>
                </a:ext>
              </a:extLst>
            </p:cNvPr>
            <p:cNvGrpSpPr/>
            <p:nvPr/>
          </p:nvGrpSpPr>
          <p:grpSpPr>
            <a:xfrm>
              <a:off x="7301073" y="824638"/>
              <a:ext cx="1269785" cy="1112450"/>
              <a:chOff x="2336215" y="950585"/>
              <a:chExt cx="1490008" cy="1305233"/>
            </a:xfrm>
          </p:grpSpPr>
          <p:sp>
            <p:nvSpPr>
              <p:cNvPr id="1576" name="Google Shape;275;p34">
                <a:extLst>
                  <a:ext uri="{FF2B5EF4-FFF2-40B4-BE49-F238E27FC236}">
                    <a16:creationId xmlns:a16="http://schemas.microsoft.com/office/drawing/2014/main" id="{D62F0C1A-933B-D8C6-763F-16797BA0CC25}"/>
                  </a:ext>
                </a:extLst>
              </p:cNvPr>
              <p:cNvSpPr/>
              <p:nvPr/>
            </p:nvSpPr>
            <p:spPr>
              <a:xfrm flipH="1">
                <a:off x="2527110" y="950585"/>
                <a:ext cx="1008000" cy="1234944"/>
              </a:xfrm>
              <a:custGeom>
                <a:avLst/>
                <a:gdLst/>
                <a:ahLst/>
                <a:cxnLst/>
                <a:rect l="l" t="t" r="r" b="b"/>
                <a:pathLst>
                  <a:path w="5592" h="6851" extrusionOk="0">
                    <a:moveTo>
                      <a:pt x="1136" y="201"/>
                    </a:moveTo>
                    <a:cubicBezTo>
                      <a:pt x="1972" y="201"/>
                      <a:pt x="3164" y="1170"/>
                      <a:pt x="4033" y="2551"/>
                    </a:cubicBezTo>
                    <a:cubicBezTo>
                      <a:pt x="5102" y="4244"/>
                      <a:pt x="5369" y="6060"/>
                      <a:pt x="4623" y="6528"/>
                    </a:cubicBezTo>
                    <a:cubicBezTo>
                      <a:pt x="4500" y="6606"/>
                      <a:pt x="4356" y="6650"/>
                      <a:pt x="4188" y="6650"/>
                    </a:cubicBezTo>
                    <a:cubicBezTo>
                      <a:pt x="3353" y="6650"/>
                      <a:pt x="2161" y="5681"/>
                      <a:pt x="1281" y="4289"/>
                    </a:cubicBezTo>
                    <a:cubicBezTo>
                      <a:pt x="758" y="3453"/>
                      <a:pt x="401" y="2573"/>
                      <a:pt x="301" y="1805"/>
                    </a:cubicBezTo>
                    <a:cubicBezTo>
                      <a:pt x="201" y="1070"/>
                      <a:pt x="345" y="546"/>
                      <a:pt x="702" y="323"/>
                    </a:cubicBezTo>
                    <a:cubicBezTo>
                      <a:pt x="824" y="245"/>
                      <a:pt x="969" y="201"/>
                      <a:pt x="1136" y="201"/>
                    </a:cubicBezTo>
                    <a:close/>
                    <a:moveTo>
                      <a:pt x="1136" y="0"/>
                    </a:moveTo>
                    <a:cubicBezTo>
                      <a:pt x="925" y="0"/>
                      <a:pt x="747" y="56"/>
                      <a:pt x="591" y="156"/>
                    </a:cubicBezTo>
                    <a:cubicBezTo>
                      <a:pt x="167" y="424"/>
                      <a:pt x="0" y="1014"/>
                      <a:pt x="100" y="1838"/>
                    </a:cubicBezTo>
                    <a:cubicBezTo>
                      <a:pt x="212" y="2629"/>
                      <a:pt x="568" y="3543"/>
                      <a:pt x="1114" y="4400"/>
                    </a:cubicBezTo>
                    <a:cubicBezTo>
                      <a:pt x="2039" y="5859"/>
                      <a:pt x="3275" y="6851"/>
                      <a:pt x="4188" y="6851"/>
                    </a:cubicBezTo>
                    <a:cubicBezTo>
                      <a:pt x="4389" y="6851"/>
                      <a:pt x="4567" y="6795"/>
                      <a:pt x="4723" y="6695"/>
                    </a:cubicBezTo>
                    <a:cubicBezTo>
                      <a:pt x="5592" y="6149"/>
                      <a:pt x="5358" y="4289"/>
                      <a:pt x="4211" y="2451"/>
                    </a:cubicBezTo>
                    <a:cubicBezTo>
                      <a:pt x="3286" y="992"/>
                      <a:pt x="2050" y="0"/>
                      <a:pt x="1136"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276;p34">
                <a:extLst>
                  <a:ext uri="{FF2B5EF4-FFF2-40B4-BE49-F238E27FC236}">
                    <a16:creationId xmlns:a16="http://schemas.microsoft.com/office/drawing/2014/main" id="{9E2C12C8-7F0F-EA94-9260-D06792AD3537}"/>
                  </a:ext>
                </a:extLst>
              </p:cNvPr>
              <p:cNvSpPr/>
              <p:nvPr/>
            </p:nvSpPr>
            <p:spPr>
              <a:xfrm flipH="1">
                <a:off x="2336215" y="1221689"/>
                <a:ext cx="1421871" cy="692910"/>
              </a:xfrm>
              <a:custGeom>
                <a:avLst/>
                <a:gdLst/>
                <a:ahLst/>
                <a:cxnLst/>
                <a:rect l="l" t="t" r="r" b="b"/>
                <a:pathLst>
                  <a:path w="7888" h="3844" extrusionOk="0">
                    <a:moveTo>
                      <a:pt x="2863" y="201"/>
                    </a:moveTo>
                    <a:cubicBezTo>
                      <a:pt x="3287" y="201"/>
                      <a:pt x="3732" y="245"/>
                      <a:pt x="4178" y="312"/>
                    </a:cubicBezTo>
                    <a:cubicBezTo>
                      <a:pt x="6138" y="657"/>
                      <a:pt x="7664" y="1671"/>
                      <a:pt x="7520" y="2540"/>
                    </a:cubicBezTo>
                    <a:cubicBezTo>
                      <a:pt x="7397" y="3197"/>
                      <a:pt x="6361" y="3643"/>
                      <a:pt x="4924" y="3643"/>
                    </a:cubicBezTo>
                    <a:cubicBezTo>
                      <a:pt x="4501" y="3643"/>
                      <a:pt x="4067" y="3598"/>
                      <a:pt x="3621" y="3531"/>
                    </a:cubicBezTo>
                    <a:cubicBezTo>
                      <a:pt x="2641" y="3353"/>
                      <a:pt x="1750" y="3030"/>
                      <a:pt x="1115" y="2596"/>
                    </a:cubicBezTo>
                    <a:cubicBezTo>
                      <a:pt x="502" y="2172"/>
                      <a:pt x="212" y="1716"/>
                      <a:pt x="279" y="1303"/>
                    </a:cubicBezTo>
                    <a:cubicBezTo>
                      <a:pt x="391" y="646"/>
                      <a:pt x="1427" y="201"/>
                      <a:pt x="2863" y="201"/>
                    </a:cubicBezTo>
                    <a:close/>
                    <a:moveTo>
                      <a:pt x="2863" y="0"/>
                    </a:moveTo>
                    <a:cubicBezTo>
                      <a:pt x="1304" y="0"/>
                      <a:pt x="212" y="501"/>
                      <a:pt x="79" y="1270"/>
                    </a:cubicBezTo>
                    <a:cubicBezTo>
                      <a:pt x="1" y="1760"/>
                      <a:pt x="324" y="2295"/>
                      <a:pt x="1003" y="2751"/>
                    </a:cubicBezTo>
                    <a:cubicBezTo>
                      <a:pt x="1660" y="3208"/>
                      <a:pt x="2585" y="3553"/>
                      <a:pt x="3588" y="3721"/>
                    </a:cubicBezTo>
                    <a:cubicBezTo>
                      <a:pt x="4044" y="3799"/>
                      <a:pt x="4490" y="3843"/>
                      <a:pt x="4924" y="3843"/>
                    </a:cubicBezTo>
                    <a:cubicBezTo>
                      <a:pt x="6484" y="3843"/>
                      <a:pt x="7575" y="3342"/>
                      <a:pt x="7709" y="2573"/>
                    </a:cubicBezTo>
                    <a:cubicBezTo>
                      <a:pt x="7887" y="1571"/>
                      <a:pt x="6350" y="490"/>
                      <a:pt x="4211" y="123"/>
                    </a:cubicBezTo>
                    <a:cubicBezTo>
                      <a:pt x="3755" y="45"/>
                      <a:pt x="3298" y="0"/>
                      <a:pt x="2863"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277;p34">
                <a:extLst>
                  <a:ext uri="{FF2B5EF4-FFF2-40B4-BE49-F238E27FC236}">
                    <a16:creationId xmlns:a16="http://schemas.microsoft.com/office/drawing/2014/main" id="{0B255D24-739B-CDB2-6A4B-82B87EBDC2FB}"/>
                  </a:ext>
                </a:extLst>
              </p:cNvPr>
              <p:cNvSpPr/>
              <p:nvPr/>
            </p:nvSpPr>
            <p:spPr>
              <a:xfrm flipH="1">
                <a:off x="2448697" y="1006825"/>
                <a:ext cx="1156712" cy="1122463"/>
              </a:xfrm>
              <a:custGeom>
                <a:avLst/>
                <a:gdLst/>
                <a:ahLst/>
                <a:cxnLst/>
                <a:rect l="l" t="t" r="r" b="b"/>
                <a:pathLst>
                  <a:path w="6417" h="6227" extrusionOk="0">
                    <a:moveTo>
                      <a:pt x="4913" y="201"/>
                    </a:moveTo>
                    <a:cubicBezTo>
                      <a:pt x="5169" y="201"/>
                      <a:pt x="5380" y="268"/>
                      <a:pt x="5536" y="412"/>
                    </a:cubicBezTo>
                    <a:cubicBezTo>
                      <a:pt x="6182" y="1003"/>
                      <a:pt x="5592" y="2752"/>
                      <a:pt x="4244" y="4211"/>
                    </a:cubicBezTo>
                    <a:cubicBezTo>
                      <a:pt x="3242" y="5314"/>
                      <a:pt x="2039" y="6026"/>
                      <a:pt x="1192" y="6026"/>
                    </a:cubicBezTo>
                    <a:cubicBezTo>
                      <a:pt x="925" y="6026"/>
                      <a:pt x="724" y="5960"/>
                      <a:pt x="568" y="5815"/>
                    </a:cubicBezTo>
                    <a:cubicBezTo>
                      <a:pt x="257" y="5536"/>
                      <a:pt x="212" y="4991"/>
                      <a:pt x="446" y="4278"/>
                    </a:cubicBezTo>
                    <a:cubicBezTo>
                      <a:pt x="680" y="3554"/>
                      <a:pt x="1181" y="2740"/>
                      <a:pt x="1849" y="2016"/>
                    </a:cubicBezTo>
                    <a:cubicBezTo>
                      <a:pt x="2863" y="914"/>
                      <a:pt x="4066" y="201"/>
                      <a:pt x="4913" y="201"/>
                    </a:cubicBezTo>
                    <a:close/>
                    <a:moveTo>
                      <a:pt x="4913" y="0"/>
                    </a:moveTo>
                    <a:cubicBezTo>
                      <a:pt x="4010" y="0"/>
                      <a:pt x="2752" y="735"/>
                      <a:pt x="1705" y="1883"/>
                    </a:cubicBezTo>
                    <a:cubicBezTo>
                      <a:pt x="1014" y="2629"/>
                      <a:pt x="502" y="3464"/>
                      <a:pt x="257" y="4222"/>
                    </a:cubicBezTo>
                    <a:cubicBezTo>
                      <a:pt x="0" y="5002"/>
                      <a:pt x="67" y="5625"/>
                      <a:pt x="435" y="5971"/>
                    </a:cubicBezTo>
                    <a:cubicBezTo>
                      <a:pt x="624" y="6138"/>
                      <a:pt x="880" y="6227"/>
                      <a:pt x="1192" y="6227"/>
                    </a:cubicBezTo>
                    <a:cubicBezTo>
                      <a:pt x="2094" y="6227"/>
                      <a:pt x="3353" y="5492"/>
                      <a:pt x="4400" y="4344"/>
                    </a:cubicBezTo>
                    <a:cubicBezTo>
                      <a:pt x="5859" y="2752"/>
                      <a:pt x="6416" y="958"/>
                      <a:pt x="5670" y="256"/>
                    </a:cubicBezTo>
                    <a:cubicBezTo>
                      <a:pt x="5481" y="89"/>
                      <a:pt x="5225" y="0"/>
                      <a:pt x="4913"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278;p34">
                <a:extLst>
                  <a:ext uri="{FF2B5EF4-FFF2-40B4-BE49-F238E27FC236}">
                    <a16:creationId xmlns:a16="http://schemas.microsoft.com/office/drawing/2014/main" id="{876A17DA-5FB0-68F4-F36E-4B3A87FBC094}"/>
                  </a:ext>
                </a:extLst>
              </p:cNvPr>
              <p:cNvSpPr/>
              <p:nvPr/>
            </p:nvSpPr>
            <p:spPr>
              <a:xfrm flipH="1">
                <a:off x="2400575" y="1127235"/>
                <a:ext cx="217030" cy="204953"/>
              </a:xfrm>
              <a:custGeom>
                <a:avLst/>
                <a:gdLst/>
                <a:ahLst/>
                <a:cxnLst/>
                <a:rect l="l" t="t" r="r" b="b"/>
                <a:pathLst>
                  <a:path w="1204" h="1137" extrusionOk="0">
                    <a:moveTo>
                      <a:pt x="1159" y="647"/>
                    </a:moveTo>
                    <a:cubicBezTo>
                      <a:pt x="1115" y="936"/>
                      <a:pt x="836" y="1137"/>
                      <a:pt x="524" y="1092"/>
                    </a:cubicBezTo>
                    <a:cubicBezTo>
                      <a:pt x="212" y="1048"/>
                      <a:pt x="1" y="780"/>
                      <a:pt x="45" y="491"/>
                    </a:cubicBezTo>
                    <a:cubicBezTo>
                      <a:pt x="79" y="201"/>
                      <a:pt x="368" y="1"/>
                      <a:pt x="669" y="45"/>
                    </a:cubicBezTo>
                    <a:cubicBezTo>
                      <a:pt x="981" y="90"/>
                      <a:pt x="1204" y="357"/>
                      <a:pt x="1159" y="64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279;p34">
                <a:extLst>
                  <a:ext uri="{FF2B5EF4-FFF2-40B4-BE49-F238E27FC236}">
                    <a16:creationId xmlns:a16="http://schemas.microsoft.com/office/drawing/2014/main" id="{933FD5E6-F0D9-E25D-7264-E2A917ABC26D}"/>
                  </a:ext>
                </a:extLst>
              </p:cNvPr>
              <p:cNvSpPr/>
              <p:nvPr/>
            </p:nvSpPr>
            <p:spPr>
              <a:xfrm flipH="1">
                <a:off x="2436628" y="1162746"/>
                <a:ext cx="74446" cy="69399"/>
              </a:xfrm>
              <a:custGeom>
                <a:avLst/>
                <a:gdLst/>
                <a:ahLst/>
                <a:cxnLst/>
                <a:rect l="l" t="t" r="r" b="b"/>
                <a:pathLst>
                  <a:path w="413" h="385" extrusionOk="0">
                    <a:moveTo>
                      <a:pt x="196" y="0"/>
                    </a:moveTo>
                    <a:cubicBezTo>
                      <a:pt x="101" y="0"/>
                      <a:pt x="21" y="71"/>
                      <a:pt x="11" y="160"/>
                    </a:cubicBezTo>
                    <a:cubicBezTo>
                      <a:pt x="0" y="271"/>
                      <a:pt x="67" y="361"/>
                      <a:pt x="178" y="383"/>
                    </a:cubicBezTo>
                    <a:cubicBezTo>
                      <a:pt x="186" y="384"/>
                      <a:pt x="194" y="384"/>
                      <a:pt x="202" y="384"/>
                    </a:cubicBezTo>
                    <a:cubicBezTo>
                      <a:pt x="302" y="384"/>
                      <a:pt x="380" y="319"/>
                      <a:pt x="401" y="216"/>
                    </a:cubicBezTo>
                    <a:cubicBezTo>
                      <a:pt x="412" y="115"/>
                      <a:pt x="334" y="15"/>
                      <a:pt x="234" y="4"/>
                    </a:cubicBezTo>
                    <a:cubicBezTo>
                      <a:pt x="221" y="2"/>
                      <a:pt x="208" y="0"/>
                      <a:pt x="196" y="0"/>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280;p34">
                <a:extLst>
                  <a:ext uri="{FF2B5EF4-FFF2-40B4-BE49-F238E27FC236}">
                    <a16:creationId xmlns:a16="http://schemas.microsoft.com/office/drawing/2014/main" id="{3C05CAF7-A488-5158-F643-6676496098AA}"/>
                  </a:ext>
                </a:extLst>
              </p:cNvPr>
              <p:cNvSpPr/>
              <p:nvPr/>
            </p:nvSpPr>
            <p:spPr>
              <a:xfrm flipH="1">
                <a:off x="2597235" y="2056814"/>
                <a:ext cx="207116" cy="199004"/>
              </a:xfrm>
              <a:custGeom>
                <a:avLst/>
                <a:gdLst/>
                <a:ahLst/>
                <a:cxnLst/>
                <a:rect l="l" t="t" r="r" b="b"/>
                <a:pathLst>
                  <a:path w="1149" h="1104" extrusionOk="0">
                    <a:moveTo>
                      <a:pt x="1104" y="625"/>
                    </a:moveTo>
                    <a:cubicBezTo>
                      <a:pt x="1059" y="903"/>
                      <a:pt x="792" y="1104"/>
                      <a:pt x="502" y="1059"/>
                    </a:cubicBezTo>
                    <a:cubicBezTo>
                      <a:pt x="212" y="1015"/>
                      <a:pt x="1" y="758"/>
                      <a:pt x="45" y="469"/>
                    </a:cubicBezTo>
                    <a:cubicBezTo>
                      <a:pt x="90" y="190"/>
                      <a:pt x="357" y="1"/>
                      <a:pt x="647" y="46"/>
                    </a:cubicBezTo>
                    <a:cubicBezTo>
                      <a:pt x="936" y="79"/>
                      <a:pt x="1148" y="346"/>
                      <a:pt x="1104" y="625"/>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281;p34">
                <a:extLst>
                  <a:ext uri="{FF2B5EF4-FFF2-40B4-BE49-F238E27FC236}">
                    <a16:creationId xmlns:a16="http://schemas.microsoft.com/office/drawing/2014/main" id="{D8D71DD6-8E6B-D4FD-28F7-C9118E4FFB67}"/>
                  </a:ext>
                </a:extLst>
              </p:cNvPr>
              <p:cNvSpPr/>
              <p:nvPr/>
            </p:nvSpPr>
            <p:spPr>
              <a:xfrm flipH="1">
                <a:off x="2633468" y="2090882"/>
                <a:ext cx="62369" cy="60747"/>
              </a:xfrm>
              <a:custGeom>
                <a:avLst/>
                <a:gdLst/>
                <a:ahLst/>
                <a:cxnLst/>
                <a:rect l="l" t="t" r="r" b="b"/>
                <a:pathLst>
                  <a:path w="346" h="337" extrusionOk="0">
                    <a:moveTo>
                      <a:pt x="170" y="0"/>
                    </a:moveTo>
                    <a:cubicBezTo>
                      <a:pt x="89" y="0"/>
                      <a:pt x="22" y="64"/>
                      <a:pt x="11" y="146"/>
                    </a:cubicBezTo>
                    <a:cubicBezTo>
                      <a:pt x="0" y="235"/>
                      <a:pt x="56" y="313"/>
                      <a:pt x="145" y="335"/>
                    </a:cubicBezTo>
                    <a:cubicBezTo>
                      <a:pt x="152" y="336"/>
                      <a:pt x="158" y="337"/>
                      <a:pt x="165" y="337"/>
                    </a:cubicBezTo>
                    <a:cubicBezTo>
                      <a:pt x="245" y="337"/>
                      <a:pt x="314" y="273"/>
                      <a:pt x="334" y="191"/>
                    </a:cubicBezTo>
                    <a:cubicBezTo>
                      <a:pt x="346" y="102"/>
                      <a:pt x="279" y="12"/>
                      <a:pt x="190" y="1"/>
                    </a:cubicBezTo>
                    <a:cubicBezTo>
                      <a:pt x="183" y="1"/>
                      <a:pt x="177" y="0"/>
                      <a:pt x="170" y="0"/>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282;p34">
                <a:extLst>
                  <a:ext uri="{FF2B5EF4-FFF2-40B4-BE49-F238E27FC236}">
                    <a16:creationId xmlns:a16="http://schemas.microsoft.com/office/drawing/2014/main" id="{86AD0024-0250-3978-5EC7-244616BEDA69}"/>
                  </a:ext>
                </a:extLst>
              </p:cNvPr>
              <p:cNvSpPr/>
              <p:nvPr/>
            </p:nvSpPr>
            <p:spPr>
              <a:xfrm flipH="1">
                <a:off x="2910520" y="1442683"/>
                <a:ext cx="291296" cy="266240"/>
              </a:xfrm>
              <a:custGeom>
                <a:avLst/>
                <a:gdLst/>
                <a:ahLst/>
                <a:cxnLst/>
                <a:rect l="l" t="t" r="r" b="b"/>
                <a:pathLst>
                  <a:path w="1616" h="1477" extrusionOk="0">
                    <a:moveTo>
                      <a:pt x="792" y="1"/>
                    </a:moveTo>
                    <a:cubicBezTo>
                      <a:pt x="429" y="1"/>
                      <a:pt x="117" y="263"/>
                      <a:pt x="67" y="634"/>
                    </a:cubicBezTo>
                    <a:cubicBezTo>
                      <a:pt x="0" y="1035"/>
                      <a:pt x="290" y="1414"/>
                      <a:pt x="702" y="1470"/>
                    </a:cubicBezTo>
                    <a:cubicBezTo>
                      <a:pt x="737" y="1475"/>
                      <a:pt x="772" y="1477"/>
                      <a:pt x="807" y="1477"/>
                    </a:cubicBezTo>
                    <a:cubicBezTo>
                      <a:pt x="1179" y="1477"/>
                      <a:pt x="1509" y="1213"/>
                      <a:pt x="1560" y="846"/>
                    </a:cubicBezTo>
                    <a:cubicBezTo>
                      <a:pt x="1615" y="445"/>
                      <a:pt x="1326" y="66"/>
                      <a:pt x="914" y="11"/>
                    </a:cubicBezTo>
                    <a:cubicBezTo>
                      <a:pt x="873" y="4"/>
                      <a:pt x="832" y="1"/>
                      <a:pt x="792" y="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283;p34">
                <a:extLst>
                  <a:ext uri="{FF2B5EF4-FFF2-40B4-BE49-F238E27FC236}">
                    <a16:creationId xmlns:a16="http://schemas.microsoft.com/office/drawing/2014/main" id="{B66101EC-6248-2434-763B-4709FD1C40C3}"/>
                  </a:ext>
                </a:extLst>
              </p:cNvPr>
              <p:cNvSpPr/>
              <p:nvPr/>
            </p:nvSpPr>
            <p:spPr>
              <a:xfrm flipH="1">
                <a:off x="2964778" y="1476030"/>
                <a:ext cx="104549" cy="93734"/>
              </a:xfrm>
              <a:custGeom>
                <a:avLst/>
                <a:gdLst/>
                <a:ahLst/>
                <a:cxnLst/>
                <a:rect l="l" t="t" r="r" b="b"/>
                <a:pathLst>
                  <a:path w="580" h="520" extrusionOk="0">
                    <a:moveTo>
                      <a:pt x="283" y="1"/>
                    </a:moveTo>
                    <a:cubicBezTo>
                      <a:pt x="154" y="1"/>
                      <a:pt x="43" y="94"/>
                      <a:pt x="23" y="215"/>
                    </a:cubicBezTo>
                    <a:cubicBezTo>
                      <a:pt x="0" y="360"/>
                      <a:pt x="112" y="494"/>
                      <a:pt x="257" y="516"/>
                    </a:cubicBezTo>
                    <a:cubicBezTo>
                      <a:pt x="270" y="518"/>
                      <a:pt x="284" y="519"/>
                      <a:pt x="297" y="519"/>
                    </a:cubicBezTo>
                    <a:cubicBezTo>
                      <a:pt x="426" y="519"/>
                      <a:pt x="537" y="425"/>
                      <a:pt x="557" y="293"/>
                    </a:cubicBezTo>
                    <a:cubicBezTo>
                      <a:pt x="580" y="149"/>
                      <a:pt x="479" y="26"/>
                      <a:pt x="323" y="4"/>
                    </a:cubicBezTo>
                    <a:cubicBezTo>
                      <a:pt x="310" y="2"/>
                      <a:pt x="296" y="1"/>
                      <a:pt x="283" y="1"/>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284;p34">
                <a:extLst>
                  <a:ext uri="{FF2B5EF4-FFF2-40B4-BE49-F238E27FC236}">
                    <a16:creationId xmlns:a16="http://schemas.microsoft.com/office/drawing/2014/main" id="{A854FC2D-B5A2-A9F5-05F5-CB16E0EC6636}"/>
                  </a:ext>
                </a:extLst>
              </p:cNvPr>
              <p:cNvSpPr/>
              <p:nvPr/>
            </p:nvSpPr>
            <p:spPr>
              <a:xfrm flipH="1">
                <a:off x="3609193" y="1340117"/>
                <a:ext cx="217030" cy="213064"/>
              </a:xfrm>
              <a:custGeom>
                <a:avLst/>
                <a:gdLst/>
                <a:ahLst/>
                <a:cxnLst/>
                <a:rect l="l" t="t" r="r" b="b"/>
                <a:pathLst>
                  <a:path w="1204" h="1182" extrusionOk="0">
                    <a:moveTo>
                      <a:pt x="1158" y="669"/>
                    </a:moveTo>
                    <a:cubicBezTo>
                      <a:pt x="1114" y="981"/>
                      <a:pt x="835" y="1181"/>
                      <a:pt x="524" y="1137"/>
                    </a:cubicBezTo>
                    <a:cubicBezTo>
                      <a:pt x="223" y="1092"/>
                      <a:pt x="0" y="813"/>
                      <a:pt x="45" y="513"/>
                    </a:cubicBezTo>
                    <a:cubicBezTo>
                      <a:pt x="89" y="212"/>
                      <a:pt x="379" y="0"/>
                      <a:pt x="680" y="45"/>
                    </a:cubicBezTo>
                    <a:cubicBezTo>
                      <a:pt x="991" y="89"/>
                      <a:pt x="1203" y="368"/>
                      <a:pt x="1158" y="66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285;p34">
                <a:extLst>
                  <a:ext uri="{FF2B5EF4-FFF2-40B4-BE49-F238E27FC236}">
                    <a16:creationId xmlns:a16="http://schemas.microsoft.com/office/drawing/2014/main" id="{0AA32B10-1C2F-0CC3-C377-A049B21E6CC5}"/>
                  </a:ext>
                </a:extLst>
              </p:cNvPr>
              <p:cNvSpPr/>
              <p:nvPr/>
            </p:nvSpPr>
            <p:spPr>
              <a:xfrm flipH="1">
                <a:off x="3657503" y="1381937"/>
                <a:ext cx="68498" cy="60927"/>
              </a:xfrm>
              <a:custGeom>
                <a:avLst/>
                <a:gdLst/>
                <a:ahLst/>
                <a:cxnLst/>
                <a:rect l="l" t="t" r="r" b="b"/>
                <a:pathLst>
                  <a:path w="380" h="338" extrusionOk="0">
                    <a:moveTo>
                      <a:pt x="190" y="1"/>
                    </a:moveTo>
                    <a:cubicBezTo>
                      <a:pt x="109" y="1"/>
                      <a:pt x="33" y="55"/>
                      <a:pt x="12" y="147"/>
                    </a:cubicBezTo>
                    <a:cubicBezTo>
                      <a:pt x="1" y="236"/>
                      <a:pt x="68" y="325"/>
                      <a:pt x="168" y="336"/>
                    </a:cubicBezTo>
                    <a:cubicBezTo>
                      <a:pt x="177" y="337"/>
                      <a:pt x="185" y="338"/>
                      <a:pt x="193" y="338"/>
                    </a:cubicBezTo>
                    <a:cubicBezTo>
                      <a:pt x="283" y="338"/>
                      <a:pt x="358" y="283"/>
                      <a:pt x="369" y="192"/>
                    </a:cubicBezTo>
                    <a:cubicBezTo>
                      <a:pt x="380" y="102"/>
                      <a:pt x="313" y="13"/>
                      <a:pt x="213" y="2"/>
                    </a:cubicBezTo>
                    <a:cubicBezTo>
                      <a:pt x="205" y="1"/>
                      <a:pt x="198" y="1"/>
                      <a:pt x="190" y="1"/>
                    </a:cubicBezTo>
                    <a:close/>
                  </a:path>
                </a:pathLst>
              </a:custGeom>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theme/theme1.xml><?xml version="1.0" encoding="utf-8"?>
<a:theme xmlns:a="http://schemas.openxmlformats.org/drawingml/2006/main" name="Humanoid Robot Pitch Deck by Slidesgo">
  <a:themeElements>
    <a:clrScheme name="Simple Light">
      <a:dk1>
        <a:srgbClr val="000000"/>
      </a:dk1>
      <a:lt1>
        <a:srgbClr val="FFFFFF"/>
      </a:lt1>
      <a:dk2>
        <a:srgbClr val="09152A"/>
      </a:dk2>
      <a:lt2>
        <a:srgbClr val="CCCCCC"/>
      </a:lt2>
      <a:accent1>
        <a:srgbClr val="767676"/>
      </a:accent1>
      <a:accent2>
        <a:srgbClr val="9CFFFF"/>
      </a:accent2>
      <a:accent3>
        <a:srgbClr val="EA5E64"/>
      </a:accent3>
      <a:accent4>
        <a:srgbClr val="FFE366"/>
      </a:accent4>
      <a:accent5>
        <a:srgbClr val="FF9966"/>
      </a:accent5>
      <a:accent6>
        <a:srgbClr val="3C78D8"/>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2156</Words>
  <Application>Microsoft Office PowerPoint</Application>
  <PresentationFormat>Affichage à l'écran (16:9)</PresentationFormat>
  <Paragraphs>136</Paragraphs>
  <Slides>14</Slides>
  <Notes>10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14</vt:i4>
      </vt:variant>
    </vt:vector>
  </HeadingPairs>
  <TitlesOfParts>
    <vt:vector size="20" baseType="lpstr">
      <vt:lpstr>Arial</vt:lpstr>
      <vt:lpstr>artifakt-element</vt:lpstr>
      <vt:lpstr>Assistant</vt:lpstr>
      <vt:lpstr>Georgia</vt:lpstr>
      <vt:lpstr>Manrope</vt:lpstr>
      <vt:lpstr>Humanoid Robot Pitch Deck by Slidesgo</vt:lpstr>
      <vt:lpstr>Conception et programmation       d’un robot mobile</vt:lpstr>
      <vt:lpstr>Introduction générale</vt:lpstr>
      <vt:lpstr>Les composants de Robots</vt:lpstr>
      <vt:lpstr>Les robots mobiles</vt:lpstr>
      <vt:lpstr>Présentation PowerPoint</vt:lpstr>
      <vt:lpstr>Le microcontrôleur</vt:lpstr>
      <vt:lpstr>Arduino</vt:lpstr>
      <vt:lpstr>La conception d’un robot mobile</vt:lpstr>
      <vt:lpstr>Présentation PowerPoint</vt:lpstr>
      <vt:lpstr>Circuit du robot mobile</vt:lpstr>
      <vt:lpstr>La programmation</vt:lpstr>
      <vt:lpstr>Présentation PowerPoint</vt:lpstr>
      <vt:lpstr>Conclusion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
  <cp:revision>1</cp:revision>
  <dcterms:modified xsi:type="dcterms:W3CDTF">2026-09-30T19:00:31Z</dcterms:modified>
</cp:coreProperties>
</file>